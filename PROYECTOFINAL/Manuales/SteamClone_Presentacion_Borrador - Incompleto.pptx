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D. Buenaño" userId="bdb98ddcc580e534" providerId="LiveId" clId="{298D9A5E-6FD3-4BBF-B2CF-50C56DF101C3}"/>
    <pc:docChg chg="undo custSel addSld delSld modSld">
      <pc:chgData name="Juan D. Buenaño" userId="bdb98ddcc580e534" providerId="LiveId" clId="{298D9A5E-6FD3-4BBF-B2CF-50C56DF101C3}" dt="2026-05-28T03:19:52.608" v="73"/>
      <pc:docMkLst>
        <pc:docMk/>
      </pc:docMkLst>
      <pc:sldChg chg="modSp mod">
        <pc:chgData name="Juan D. Buenaño" userId="bdb98ddcc580e534" providerId="LiveId" clId="{298D9A5E-6FD3-4BBF-B2CF-50C56DF101C3}" dt="2026-05-28T03:18:58.381" v="68" actId="20577"/>
        <pc:sldMkLst>
          <pc:docMk/>
          <pc:sldMk cId="413570121" sldId="256"/>
        </pc:sldMkLst>
        <pc:spChg chg="mod">
          <ac:chgData name="Juan D. Buenaño" userId="bdb98ddcc580e534" providerId="LiveId" clId="{298D9A5E-6FD3-4BBF-B2CF-50C56DF101C3}" dt="2026-05-28T03:18:58.381" v="68" actId="20577"/>
          <ac:spMkLst>
            <pc:docMk/>
            <pc:sldMk cId="413570121" sldId="256"/>
            <ac:spMk id="8" creationId="{3E091D61-1BCF-43A1-8397-D0261B890DD6}"/>
          </ac:spMkLst>
        </pc:spChg>
        <pc:spChg chg="mod">
          <ac:chgData name="Juan D. Buenaño" userId="bdb98ddcc580e534" providerId="LiveId" clId="{298D9A5E-6FD3-4BBF-B2CF-50C56DF101C3}" dt="2026-05-28T03:16:43.755" v="39" actId="790"/>
          <ac:spMkLst>
            <pc:docMk/>
            <pc:sldMk cId="413570121" sldId="256"/>
            <ac:spMk id="9" creationId="{35B6C42E-AF87-4652-A2B3-7FBAC1C39B20}"/>
          </ac:spMkLst>
        </pc:spChg>
      </pc:sldChg>
      <pc:sldChg chg="modSp mod">
        <pc:chgData name="Juan D. Buenaño" userId="bdb98ddcc580e534" providerId="LiveId" clId="{298D9A5E-6FD3-4BBF-B2CF-50C56DF101C3}" dt="2026-05-28T03:18:49.131" v="51" actId="20577"/>
        <pc:sldMkLst>
          <pc:docMk/>
          <pc:sldMk cId="1471504802" sldId="258"/>
        </pc:sldMkLst>
        <pc:spChg chg="mod">
          <ac:chgData name="Juan D. Buenaño" userId="bdb98ddcc580e534" providerId="LiveId" clId="{298D9A5E-6FD3-4BBF-B2CF-50C56DF101C3}" dt="2026-05-28T03:18:49.131" v="51" actId="20577"/>
          <ac:spMkLst>
            <pc:docMk/>
            <pc:sldMk cId="1471504802" sldId="258"/>
            <ac:spMk id="4" creationId="{D487B868-283F-4D5E-861C-35D2E08FD6DE}"/>
          </ac:spMkLst>
        </pc:spChg>
      </pc:sldChg>
      <pc:sldChg chg="del">
        <pc:chgData name="Juan D. Buenaño" userId="bdb98ddcc580e534" providerId="LiveId" clId="{298D9A5E-6FD3-4BBF-B2CF-50C56DF101C3}" dt="2026-05-28T03:19:39.219" v="71" actId="47"/>
        <pc:sldMkLst>
          <pc:docMk/>
          <pc:sldMk cId="2076970183" sldId="263"/>
        </pc:sldMkLst>
      </pc:sldChg>
      <pc:sldChg chg="addSp modSp new">
        <pc:chgData name="Juan D. Buenaño" userId="bdb98ddcc580e534" providerId="LiveId" clId="{298D9A5E-6FD3-4BBF-B2CF-50C56DF101C3}" dt="2026-05-28T03:19:52.608" v="73"/>
        <pc:sldMkLst>
          <pc:docMk/>
          <pc:sldMk cId="3297543587" sldId="263"/>
        </pc:sldMkLst>
        <pc:spChg chg="add mod">
          <ac:chgData name="Juan D. Buenaño" userId="bdb98ddcc580e534" providerId="LiveId" clId="{298D9A5E-6FD3-4BBF-B2CF-50C56DF101C3}" dt="2026-05-28T03:19:52.608" v="73"/>
          <ac:spMkLst>
            <pc:docMk/>
            <pc:sldMk cId="3297543587" sldId="263"/>
            <ac:spMk id="2" creationId="{92338788-46F7-C902-5A9E-459825F3FA90}"/>
          </ac:spMkLst>
        </pc:spChg>
      </pc:sldChg>
      <pc:sldChg chg="del">
        <pc:chgData name="Juan D. Buenaño" userId="bdb98ddcc580e534" providerId="LiveId" clId="{298D9A5E-6FD3-4BBF-B2CF-50C56DF101C3}" dt="2026-05-28T03:19:37.717" v="70" actId="47"/>
        <pc:sldMkLst>
          <pc:docMk/>
          <pc:sldMk cId="1633459896" sldId="264"/>
        </pc:sldMkLst>
      </pc:sldChg>
      <pc:sldChg chg="del">
        <pc:chgData name="Juan D. Buenaño" userId="bdb98ddcc580e534" providerId="LiveId" clId="{298D9A5E-6FD3-4BBF-B2CF-50C56DF101C3}" dt="2026-05-28T03:19:36.294" v="69" actId="47"/>
        <pc:sldMkLst>
          <pc:docMk/>
          <pc:sldMk cId="189575265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B66A994B-75B8-4D2D-9AB2-32705A2021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7111F"/>
            </a:solidFill>
            <a:prstDash val="solid"/>
          </a:ln>
        </p:spPr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t="85" b="85"/>
          <a:stretch>
            <a:fillRect/>
          </a:stretch>
        </p:blipFill>
        <p:spPr>
          <a:xfrm>
            <a:off x="6286500" y="838200"/>
            <a:ext cx="4953000" cy="27813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5DEE978-9A03-4BF6-9CCE-5CA1AED9AEC8}"/>
              </a:ext>
            </a:extLst>
          </p:cNvPr>
          <p:cNvSpPr>
            <a:spLocks noGrp="1"/>
          </p:cNvSpPr>
          <p:nvPr/>
        </p:nvSpPr>
        <p:spPr>
          <a:xfrm>
            <a:off x="6286500" y="838200"/>
            <a:ext cx="4953000" cy="2781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B324A"/>
            </a:solidFill>
            <a:prstDash val="solid"/>
          </a:ln>
        </p:spPr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rcRect t="53" b="53"/>
          <a:stretch>
            <a:fillRect/>
          </a:stretch>
        </p:blipFill>
        <p:spPr>
          <a:xfrm>
            <a:off x="7239000" y="3676650"/>
            <a:ext cx="4000500" cy="22479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C9C336D-327C-4BDF-8F93-8A39FBF25ED8}"/>
              </a:ext>
            </a:extLst>
          </p:cNvPr>
          <p:cNvSpPr>
            <a:spLocks noGrp="1"/>
          </p:cNvSpPr>
          <p:nvPr/>
        </p:nvSpPr>
        <p:spPr>
          <a:xfrm>
            <a:off x="7239000" y="3676650"/>
            <a:ext cx="4000500" cy="2247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1B324A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C1660CD-3A46-46ED-9961-77FF57E0A846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5000A5-24FE-48A1-A539-2E732F3BA4E9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PROYECTO FINAL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E091D61-1BCF-43A1-8397-D0261B890DD6}"/>
              </a:ext>
            </a:extLst>
          </p:cNvPr>
          <p:cNvSpPr>
            <a:spLocks noGrp="1"/>
          </p:cNvSpPr>
          <p:nvPr/>
        </p:nvSpPr>
        <p:spPr>
          <a:xfrm>
            <a:off x="742950" y="1104900"/>
            <a:ext cx="4953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5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EC" dirty="0" err="1"/>
              <a:t>ProyectoName</a:t>
            </a:r>
            <a:endParaRPr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5B6C42E-AF87-4652-A2B3-7FBAC1C39B20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495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Tienda </a:t>
            </a:r>
            <a:r>
              <a:rPr lang="es-ES"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académica</a:t>
            </a:r>
            <a:r>
              <a:rPr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 de </a:t>
            </a:r>
            <a:r>
              <a:rPr sz="1800" b="0" dirty="0" err="1">
                <a:solidFill>
                  <a:srgbClr val="EAF3F4"/>
                </a:solidFill>
                <a:latin typeface="Aptos"/>
                <a:ea typeface="Aptos"/>
                <a:cs typeface="Aptos"/>
              </a:rPr>
              <a:t>videojuegos</a:t>
            </a:r>
            <a:r>
              <a:rPr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 con </a:t>
            </a:r>
            <a:r>
              <a:rPr lang="es-ES"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catalogo</a:t>
            </a:r>
            <a:r>
              <a:rPr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publico</a:t>
            </a:r>
            <a:r>
              <a:rPr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, panel </a:t>
            </a:r>
            <a:r>
              <a:rPr lang="es-MX"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administrativo</a:t>
            </a:r>
            <a:r>
              <a:rPr sz="1800" b="0" dirty="0">
                <a:solidFill>
                  <a:srgbClr val="EAF3F4"/>
                </a:solidFill>
                <a:latin typeface="Aptos"/>
                <a:ea typeface="Aptos"/>
                <a:cs typeface="Aptos"/>
              </a:rPr>
              <a:t> y backend REST.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ED6ADB1-FFCF-4104-BE33-23A8112D7AC8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1524000" cy="323850"/>
          </a:xfrm>
          <a:prstGeom prst="rect">
            <a:avLst/>
          </a:prstGeom>
          <a:solidFill>
            <a:srgbClr val="13334B"/>
          </a:solidFill>
          <a:ln w="9525">
            <a:solidFill>
              <a:srgbClr val="25465E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9BD9631-D34C-46C5-9716-56DD74754461}"/>
              </a:ext>
            </a:extLst>
          </p:cNvPr>
          <p:cNvSpPr>
            <a:spLocks noGrp="1"/>
          </p:cNvSpPr>
          <p:nvPr/>
        </p:nvSpPr>
        <p:spPr>
          <a:xfrm>
            <a:off x="914400" y="3276600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3F4"/>
                </a:solidFill>
                <a:latin typeface="Aptos"/>
                <a:ea typeface="Aptos"/>
                <a:cs typeface="Aptos"/>
              </a:rPr>
              <a:t>Juan Buenaño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B13AA8-F0D9-453E-AD43-9D4E097161AA}"/>
              </a:ext>
            </a:extLst>
          </p:cNvPr>
          <p:cNvSpPr>
            <a:spLocks noGrp="1"/>
          </p:cNvSpPr>
          <p:nvPr/>
        </p:nvSpPr>
        <p:spPr>
          <a:xfrm>
            <a:off x="2438400" y="3219450"/>
            <a:ext cx="1428750" cy="323850"/>
          </a:xfrm>
          <a:prstGeom prst="rect">
            <a:avLst/>
          </a:prstGeom>
          <a:solidFill>
            <a:srgbClr val="13334B"/>
          </a:solidFill>
          <a:ln w="9525">
            <a:solidFill>
              <a:srgbClr val="25465E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7DE0950-64E5-4103-A26F-507BDD6135E1}"/>
              </a:ext>
            </a:extLst>
          </p:cNvPr>
          <p:cNvSpPr>
            <a:spLocks noGrp="1"/>
          </p:cNvSpPr>
          <p:nvPr/>
        </p:nvSpPr>
        <p:spPr>
          <a:xfrm>
            <a:off x="2571750" y="32766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3F4"/>
                </a:solidFill>
                <a:latin typeface="Aptos"/>
                <a:ea typeface="Aptos"/>
                <a:cs typeface="Aptos"/>
              </a:rPr>
              <a:t>Jaime Carriel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4FF00B9-B6D7-4612-B9DC-C625FDB233AE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2362200" cy="323850"/>
          </a:xfrm>
          <a:prstGeom prst="rect">
            <a:avLst/>
          </a:prstGeom>
          <a:solidFill>
            <a:srgbClr val="152B3D"/>
          </a:solidFill>
          <a:ln w="9525">
            <a:solidFill>
              <a:srgbClr val="25465E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39DF008-12AE-4232-933E-A69202935AFA}"/>
              </a:ext>
            </a:extLst>
          </p:cNvPr>
          <p:cNvSpPr>
            <a:spLocks noGrp="1"/>
          </p:cNvSpPr>
          <p:nvPr/>
        </p:nvSpPr>
        <p:spPr>
          <a:xfrm>
            <a:off x="914400" y="37528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Angular + .NET + SQL Server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3B4BB11-A63B-4A61-9618-99D274E80EFC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Borrador para exposicion - SteamClone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75E10A8-A17A-429F-90A9-0AE0060CED0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357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501F2B8-9039-4140-9421-7C8A97B9FF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C"/>
          </a:solidFill>
          <a:ln w="0">
            <a:solidFill>
              <a:srgbClr val="F7FBFC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D0D9BD-0F94-4CB5-9D18-6787A884A688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5440F56-1909-4F20-AA61-DBBC4BFD27BB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6214CFB-5A75-410F-B435-256A29CA171D}"/>
              </a:ext>
            </a:extLst>
          </p:cNvPr>
          <p:cNvSpPr>
            <a:spLocks noGrp="1"/>
          </p:cNvSpPr>
          <p:nvPr/>
        </p:nvSpPr>
        <p:spPr>
          <a:xfrm>
            <a:off x="742950" y="857250"/>
            <a:ext cx="5334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28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rPr>
              <a:t>El reto es mantener una tienda completa,</a:t>
            </a:r>
          </a:p>
          <a:p>
            <a:pPr algn="l">
              <a:defRPr sz="28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rPr>
              <a:t>no solo mostrar juegos.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A48DE6D-F0E5-40A1-9EA3-35CFF995F971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4762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Un catalogo de videojuegos necesita datos comerciales, usuarios, permisos, contenido y actividad de comunidad en un mismo flujo.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B3DB4C-2C65-4B4F-8F3D-DAD52E1EF33C}"/>
              </a:ext>
            </a:extLst>
          </p:cNvPr>
          <p:cNvSpPr>
            <a:spLocks noGrp="1"/>
          </p:cNvSpPr>
          <p:nvPr/>
        </p:nvSpPr>
        <p:spPr>
          <a:xfrm>
            <a:off x="6362700" y="971550"/>
            <a:ext cx="4095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A3F416-6A63-4A5F-839F-77E72CE49877}"/>
              </a:ext>
            </a:extLst>
          </p:cNvPr>
          <p:cNvSpPr>
            <a:spLocks noGrp="1"/>
          </p:cNvSpPr>
          <p:nvPr/>
        </p:nvSpPr>
        <p:spPr>
          <a:xfrm>
            <a:off x="6534150" y="1114425"/>
            <a:ext cx="3752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Visitante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FB0462D-D781-45F9-BE35-C3D5D916D5FB}"/>
              </a:ext>
            </a:extLst>
          </p:cNvPr>
          <p:cNvSpPr>
            <a:spLocks noGrp="1"/>
          </p:cNvSpPr>
          <p:nvPr/>
        </p:nvSpPr>
        <p:spPr>
          <a:xfrm>
            <a:off x="6534150" y="1485900"/>
            <a:ext cx="3752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Quiere descubrir juegos, precios, ofertas y generos sin iniciar sesion.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C8AA1B7-84C4-4A34-B346-DB98AC26AAA9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4095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D17323-80BB-4C87-BA1B-4BF8623E2A87}"/>
              </a:ext>
            </a:extLst>
          </p:cNvPr>
          <p:cNvSpPr>
            <a:spLocks noGrp="1"/>
          </p:cNvSpPr>
          <p:nvPr/>
        </p:nvSpPr>
        <p:spPr>
          <a:xfrm>
            <a:off x="6534150" y="2257425"/>
            <a:ext cx="3752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Admin / Dev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3213493-D60D-4130-A3A9-7EB30A1A3B88}"/>
              </a:ext>
            </a:extLst>
          </p:cNvPr>
          <p:cNvSpPr>
            <a:spLocks noGrp="1"/>
          </p:cNvSpPr>
          <p:nvPr/>
        </p:nvSpPr>
        <p:spPr>
          <a:xfrm>
            <a:off x="6534150" y="2628900"/>
            <a:ext cx="3752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Necesita crear y mantener juegos, maestros, ofertas, logros y DLC.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8ECFFC4-D9F7-4CF2-A18B-96B3B008067E}"/>
              </a:ext>
            </a:extLst>
          </p:cNvPr>
          <p:cNvSpPr>
            <a:spLocks noGrp="1"/>
          </p:cNvSpPr>
          <p:nvPr/>
        </p:nvSpPr>
        <p:spPr>
          <a:xfrm>
            <a:off x="6362700" y="3257550"/>
            <a:ext cx="4095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183E09E-7CC4-4DEA-87F5-3962A0CB7D1D}"/>
              </a:ext>
            </a:extLst>
          </p:cNvPr>
          <p:cNvSpPr>
            <a:spLocks noGrp="1"/>
          </p:cNvSpPr>
          <p:nvPr/>
        </p:nvSpPr>
        <p:spPr>
          <a:xfrm>
            <a:off x="6534150" y="3400425"/>
            <a:ext cx="3752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9C6B0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C6B00"/>
                </a:solidFill>
                <a:latin typeface="Aptos"/>
                <a:ea typeface="Aptos"/>
                <a:cs typeface="Aptos"/>
              </a:rPr>
              <a:t>Usuario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06A0E9E-5CE8-4EC4-990A-992E66FD2D12}"/>
              </a:ext>
            </a:extLst>
          </p:cNvPr>
          <p:cNvSpPr>
            <a:spLocks noGrp="1"/>
          </p:cNvSpPr>
          <p:nvPr/>
        </p:nvSpPr>
        <p:spPr>
          <a:xfrm>
            <a:off x="6534150" y="3771900"/>
            <a:ext cx="3752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254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25466"/>
                </a:solidFill>
                <a:latin typeface="Aptos"/>
                <a:ea typeface="Aptos"/>
                <a:cs typeface="Aptos"/>
              </a:rPr>
              <a:t>Requiere wishlist, libreria, reviews, sesiones, amigos y logros.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395118F-F75B-4D95-B955-A1599AB88124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47625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57080BE-9A1C-4891-85E5-298DD15A12B8}"/>
              </a:ext>
            </a:extLst>
          </p:cNvPr>
          <p:cNvSpPr>
            <a:spLocks noGrp="1"/>
          </p:cNvSpPr>
          <p:nvPr/>
        </p:nvSpPr>
        <p:spPr>
          <a:xfrm>
            <a:off x="1066800" y="3962400"/>
            <a:ext cx="4171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Sin una arquitectura ordenada, cada pantalla termina duplicando reglas y cada cambio del catalogo se vuelve costoso.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8C5213B-D44A-4558-B022-9E4778DC4F88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Fuente: rutas, servicios y controladores del repositorio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A0FA910-43CE-4060-870D-E3880535804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7517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6E17458E-A086-4E42-B871-8E69FE9307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7111F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1ED8254-EC2F-4FA1-9E94-653A1A07400F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4E65BA-17CD-481F-818D-295F1E515887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SOLUCION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487B868-283F-4D5E-861C-35D2E08FD6DE}"/>
              </a:ext>
            </a:extLst>
          </p:cNvPr>
          <p:cNvSpPr>
            <a:spLocks noGrp="1"/>
          </p:cNvSpPr>
          <p:nvPr/>
        </p:nvSpPr>
        <p:spPr>
          <a:xfrm>
            <a:off x="742950" y="838200"/>
            <a:ext cx="8286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ES" sz="330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ProyectoName</a:t>
            </a:r>
            <a:r>
              <a:rPr sz="33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30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separa</a:t>
            </a:r>
            <a:r>
              <a:rPr sz="33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la vitrina publica de la </a:t>
            </a:r>
            <a:r>
              <a:rPr sz="330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operacion</a:t>
            </a:r>
            <a:r>
              <a:rPr sz="33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30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privada</a:t>
            </a:r>
            <a:r>
              <a:rPr sz="33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8AB42A5-A87A-415F-871C-F2F02C69BCDB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3238500" cy="3067050"/>
          </a:xfrm>
          <a:prstGeom prst="rect">
            <a:avLst/>
          </a:prstGeom>
          <a:solidFill>
            <a:srgbClr val="0E263C"/>
          </a:solidFill>
          <a:ln w="9525">
            <a:solidFill>
              <a:srgbClr val="29445C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437A9DE-619B-4BCB-8346-9D1AB889A876}"/>
              </a:ext>
            </a:extLst>
          </p:cNvPr>
          <p:cNvSpPr>
            <a:spLocks noGrp="1"/>
          </p:cNvSpPr>
          <p:nvPr/>
        </p:nvSpPr>
        <p:spPr>
          <a:xfrm>
            <a:off x="1047750" y="2152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Sitio publico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9ABD0D5-83A7-4757-8DAD-CF496B9188EF}"/>
              </a:ext>
            </a:extLst>
          </p:cNvPr>
          <p:cNvSpPr>
            <a:spLocks noGrp="1"/>
          </p:cNvSpPr>
          <p:nvPr/>
        </p:nvSpPr>
        <p:spPr>
          <a:xfrm>
            <a:off x="1047750" y="2647950"/>
            <a:ext cx="2381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Home comercial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Catalogo filtrable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Quienes somos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Contacto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A9D3ED8-E510-4A09-8ACD-C34F3EFE2D2E}"/>
              </a:ext>
            </a:extLst>
          </p:cNvPr>
          <p:cNvSpPr>
            <a:spLocks noGrp="1"/>
          </p:cNvSpPr>
          <p:nvPr/>
        </p:nvSpPr>
        <p:spPr>
          <a:xfrm>
            <a:off x="1047750" y="4419600"/>
            <a:ext cx="1143000" cy="323850"/>
          </a:xfrm>
          <a:prstGeom prst="rect">
            <a:avLst/>
          </a:prstGeom>
          <a:solidFill>
            <a:srgbClr val="173A53"/>
          </a:solidFill>
          <a:ln w="9525">
            <a:solidFill>
              <a:srgbClr val="25465E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E3DC4C9-89BB-4104-A1AC-0E8C6517AA02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3F4"/>
                </a:solidFill>
                <a:latin typeface="Aptos"/>
                <a:ea typeface="Aptos"/>
                <a:cs typeface="Aptos"/>
              </a:rPr>
              <a:t>Visitantes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C3D3D25-33E4-49AB-8F13-0BC443ACF0C7}"/>
              </a:ext>
            </a:extLst>
          </p:cNvPr>
          <p:cNvSpPr>
            <a:spLocks noGrp="1"/>
          </p:cNvSpPr>
          <p:nvPr/>
        </p:nvSpPr>
        <p:spPr>
          <a:xfrm>
            <a:off x="4476750" y="1905000"/>
            <a:ext cx="3238500" cy="3067050"/>
          </a:xfrm>
          <a:prstGeom prst="rect">
            <a:avLst/>
          </a:prstGeom>
          <a:solidFill>
            <a:srgbClr val="111E32"/>
          </a:solidFill>
          <a:ln w="9525">
            <a:solidFill>
              <a:srgbClr val="29445C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4278A69-C076-4F68-809F-F35A5EAAE02B}"/>
              </a:ext>
            </a:extLst>
          </p:cNvPr>
          <p:cNvSpPr>
            <a:spLocks noGrp="1"/>
          </p:cNvSpPr>
          <p:nvPr/>
        </p:nvSpPr>
        <p:spPr>
          <a:xfrm>
            <a:off x="4762500" y="2152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Panel privado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016B656-7070-4231-9EC2-F2B5682B173C}"/>
              </a:ext>
            </a:extLst>
          </p:cNvPr>
          <p:cNvSpPr>
            <a:spLocks noGrp="1"/>
          </p:cNvSpPr>
          <p:nvPr/>
        </p:nvSpPr>
        <p:spPr>
          <a:xfrm>
            <a:off x="4762500" y="2647950"/>
            <a:ext cx="2476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Catalogo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Maestros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Ofertas, DLC y logros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Roles y permisos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Cuenta y seguridad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3E67603-0C54-4E75-BE73-337BCF216AD1}"/>
              </a:ext>
            </a:extLst>
          </p:cNvPr>
          <p:cNvSpPr>
            <a:spLocks noGrp="1"/>
          </p:cNvSpPr>
          <p:nvPr/>
        </p:nvSpPr>
        <p:spPr>
          <a:xfrm>
            <a:off x="4762500" y="4419600"/>
            <a:ext cx="1657350" cy="323850"/>
          </a:xfrm>
          <a:prstGeom prst="rect">
            <a:avLst/>
          </a:prstGeom>
          <a:solidFill>
            <a:srgbClr val="332033"/>
          </a:solidFill>
          <a:ln w="9525">
            <a:solidFill>
              <a:srgbClr val="25465E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E267A22-0CCD-4CBE-8A1D-B5D8B1F4F572}"/>
              </a:ext>
            </a:extLst>
          </p:cNvPr>
          <p:cNvSpPr>
            <a:spLocks noGrp="1"/>
          </p:cNvSpPr>
          <p:nvPr/>
        </p:nvSpPr>
        <p:spPr>
          <a:xfrm>
            <a:off x="4895850" y="44767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D6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D6E7"/>
                </a:solidFill>
                <a:latin typeface="Aptos"/>
                <a:ea typeface="Aptos"/>
                <a:cs typeface="Aptos"/>
              </a:rPr>
              <a:t>Admin / Developer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4D01EC2-B1E4-4FCA-8A3E-31A9098854EC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238500" cy="3067050"/>
          </a:xfrm>
          <a:prstGeom prst="rect">
            <a:avLst/>
          </a:prstGeom>
          <a:solidFill>
            <a:srgbClr val="102C2A"/>
          </a:solidFill>
          <a:ln w="9525">
            <a:solidFill>
              <a:srgbClr val="29445C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C6A7668-0B18-4E6D-941E-E6820C587FF3}"/>
              </a:ext>
            </a:extLst>
          </p:cNvPr>
          <p:cNvSpPr>
            <a:spLocks noGrp="1"/>
          </p:cNvSpPr>
          <p:nvPr/>
        </p:nvSpPr>
        <p:spPr>
          <a:xfrm>
            <a:off x="8477250" y="2152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Experiencia jugador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427C378-9AB1-4ED9-8082-0BF82E3D7980}"/>
              </a:ext>
            </a:extLst>
          </p:cNvPr>
          <p:cNvSpPr>
            <a:spLocks noGrp="1"/>
          </p:cNvSpPr>
          <p:nvPr/>
        </p:nvSpPr>
        <p:spPr>
          <a:xfrm>
            <a:off x="8477250" y="2647950"/>
            <a:ext cx="2381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Wishlist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Compras / libreria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Reviews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Sesiones</a:t>
            </a:r>
          </a:p>
          <a:p>
            <a:pPr algn="l">
              <a:defRPr sz="150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Amigos y logros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AF3B0C2-BFB9-4B6F-8CEB-72800E9E4F4F}"/>
              </a:ext>
            </a:extLst>
          </p:cNvPr>
          <p:cNvSpPr>
            <a:spLocks noGrp="1"/>
          </p:cNvSpPr>
          <p:nvPr/>
        </p:nvSpPr>
        <p:spPr>
          <a:xfrm>
            <a:off x="8477250" y="4419600"/>
            <a:ext cx="1809750" cy="323850"/>
          </a:xfrm>
          <a:prstGeom prst="rect">
            <a:avLst/>
          </a:prstGeom>
          <a:solidFill>
            <a:srgbClr val="26371D"/>
          </a:solidFill>
          <a:ln w="9525">
            <a:solidFill>
              <a:srgbClr val="25465E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B856B02-40DE-4D88-8B76-C99166EBDAE3}"/>
              </a:ext>
            </a:extLst>
          </p:cNvPr>
          <p:cNvSpPr>
            <a:spLocks noGrp="1"/>
          </p:cNvSpPr>
          <p:nvPr/>
        </p:nvSpPr>
        <p:spPr>
          <a:xfrm>
            <a:off x="8610600" y="447675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E7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E7A8"/>
                </a:solidFill>
                <a:latin typeface="Aptos"/>
                <a:ea typeface="Aptos"/>
                <a:cs typeface="Aptos"/>
              </a:rPr>
              <a:t>Usuario autenticado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997E784-4350-47E6-86B3-2C15E1AE6E90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Fuente: public.routes.ts, admin-dashboard y servicios Angular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B954AEB-5FA4-4536-A466-F87B4528CB1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150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ángulo 54">
            <a:extLst>
              <a:ext uri="{FF2B5EF4-FFF2-40B4-BE49-F238E27FC236}">
                <a16:creationId xmlns:a16="http://schemas.microsoft.com/office/drawing/2014/main" id="{EE4BF8FC-2DA1-4107-BCDD-FE965413E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C"/>
          </a:solidFill>
          <a:ln w="0">
            <a:solidFill>
              <a:srgbClr val="F7FBFC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59E85A3-BA74-474C-9E45-218951AE8083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332A8C8-A1DE-4539-A9D6-C36031AF3494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TECNOLOGIAS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5583E98-035F-49C8-B7C2-31CAB560A287}"/>
              </a:ext>
            </a:extLst>
          </p:cNvPr>
          <p:cNvSpPr>
            <a:spLocks noGrp="1"/>
          </p:cNvSpPr>
          <p:nvPr/>
        </p:nvSpPr>
        <p:spPr>
          <a:xfrm>
            <a:off x="742950" y="838200"/>
            <a:ext cx="8858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31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rPr>
              <a:t>El stack cubre UI, API, seguridad, persistencia y despliegue.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D90E76C-A29E-45DA-8591-BEFC62A0D929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24003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172C6F-D0DC-4405-AF55-F1FF97A890FA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1952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97CAE51-9C37-434D-9EAB-A7A10F0134B2}"/>
              </a:ext>
            </a:extLst>
          </p:cNvPr>
          <p:cNvSpPr>
            <a:spLocks noGrp="1"/>
          </p:cNvSpPr>
          <p:nvPr/>
        </p:nvSpPr>
        <p:spPr>
          <a:xfrm>
            <a:off x="971550" y="27241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5960622-7C99-4B98-AAD8-62FC5D6E3AD8}"/>
              </a:ext>
            </a:extLst>
          </p:cNvPr>
          <p:cNvSpPr>
            <a:spLocks noGrp="1"/>
          </p:cNvSpPr>
          <p:nvPr/>
        </p:nvSpPr>
        <p:spPr>
          <a:xfrm>
            <a:off x="1104900" y="27813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Angular 21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2DDF94E-3D9C-4499-95A8-C2C7CA1DD60C}"/>
              </a:ext>
            </a:extLst>
          </p:cNvPr>
          <p:cNvSpPr>
            <a:spLocks noGrp="1"/>
          </p:cNvSpPr>
          <p:nvPr/>
        </p:nvSpPr>
        <p:spPr>
          <a:xfrm>
            <a:off x="971550" y="31432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64F4179-9B2E-43A8-BE8B-4DD744499E75}"/>
              </a:ext>
            </a:extLst>
          </p:cNvPr>
          <p:cNvSpPr>
            <a:spLocks noGrp="1"/>
          </p:cNvSpPr>
          <p:nvPr/>
        </p:nvSpPr>
        <p:spPr>
          <a:xfrm>
            <a:off x="1104900" y="32004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Angular Material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C1E39D-840F-42F4-AB90-9F5E49907312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4BEBB3-6DBC-4901-BF79-1406986E07A5}"/>
              </a:ext>
            </a:extLst>
          </p:cNvPr>
          <p:cNvSpPr>
            <a:spLocks noGrp="1"/>
          </p:cNvSpPr>
          <p:nvPr/>
        </p:nvSpPr>
        <p:spPr>
          <a:xfrm>
            <a:off x="1104900" y="36195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TypeScript 5.9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9C2D1A0-74DE-42DD-9051-70042BBCD0A6}"/>
              </a:ext>
            </a:extLst>
          </p:cNvPr>
          <p:cNvSpPr>
            <a:spLocks noGrp="1"/>
          </p:cNvSpPr>
          <p:nvPr/>
        </p:nvSpPr>
        <p:spPr>
          <a:xfrm>
            <a:off x="971550" y="39814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CA201F6-5117-4440-A5C7-9C3A36259DB3}"/>
              </a:ext>
            </a:extLst>
          </p:cNvPr>
          <p:cNvSpPr>
            <a:spLocks noGrp="1"/>
          </p:cNvSpPr>
          <p:nvPr/>
        </p:nvSpPr>
        <p:spPr>
          <a:xfrm>
            <a:off x="1104900" y="40386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RxJS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E09FC6D-FE9C-4EF4-84E1-8337E80B09AC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92311C3-A04E-4ACD-9E2C-B96EEC13407E}"/>
              </a:ext>
            </a:extLst>
          </p:cNvPr>
          <p:cNvSpPr>
            <a:spLocks noGrp="1"/>
          </p:cNvSpPr>
          <p:nvPr/>
        </p:nvSpPr>
        <p:spPr>
          <a:xfrm>
            <a:off x="1104900" y="44577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Vitest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5D16FA3-8A88-4D53-BD25-A7C21972B861}"/>
              </a:ext>
            </a:extLst>
          </p:cNvPr>
          <p:cNvSpPr>
            <a:spLocks noGrp="1"/>
          </p:cNvSpPr>
          <p:nvPr/>
        </p:nvSpPr>
        <p:spPr>
          <a:xfrm>
            <a:off x="3543300" y="1943100"/>
            <a:ext cx="24003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031CB08-3F66-48D1-A548-89C065920A9A}"/>
              </a:ext>
            </a:extLst>
          </p:cNvPr>
          <p:cNvSpPr>
            <a:spLocks noGrp="1"/>
          </p:cNvSpPr>
          <p:nvPr/>
        </p:nvSpPr>
        <p:spPr>
          <a:xfrm>
            <a:off x="3752850" y="2171700"/>
            <a:ext cx="1952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AC3EE2C-8473-4C73-9F41-FCD1319D9E9A}"/>
              </a:ext>
            </a:extLst>
          </p:cNvPr>
          <p:cNvSpPr>
            <a:spLocks noGrp="1"/>
          </p:cNvSpPr>
          <p:nvPr/>
        </p:nvSpPr>
        <p:spPr>
          <a:xfrm>
            <a:off x="3752850" y="27241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66DAB6E-3029-4C06-9121-01641F3E2428}"/>
              </a:ext>
            </a:extLst>
          </p:cNvPr>
          <p:cNvSpPr>
            <a:spLocks noGrp="1"/>
          </p:cNvSpPr>
          <p:nvPr/>
        </p:nvSpPr>
        <p:spPr>
          <a:xfrm>
            <a:off x="3886200" y="27813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ASP.NET Core .NET 9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A517A80-3273-4972-AEEE-443DFD0855C8}"/>
              </a:ext>
            </a:extLst>
          </p:cNvPr>
          <p:cNvSpPr>
            <a:spLocks noGrp="1"/>
          </p:cNvSpPr>
          <p:nvPr/>
        </p:nvSpPr>
        <p:spPr>
          <a:xfrm>
            <a:off x="3752850" y="31432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9AE2CAB-8D04-4AA7-B9AD-4FE23AFC810E}"/>
              </a:ext>
            </a:extLst>
          </p:cNvPr>
          <p:cNvSpPr>
            <a:spLocks noGrp="1"/>
          </p:cNvSpPr>
          <p:nvPr/>
        </p:nvSpPr>
        <p:spPr>
          <a:xfrm>
            <a:off x="3886200" y="32004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API REST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34DA0ED-2D84-45BD-AC1F-57BB4EAF9659}"/>
              </a:ext>
            </a:extLst>
          </p:cNvPr>
          <p:cNvSpPr>
            <a:spLocks noGrp="1"/>
          </p:cNvSpPr>
          <p:nvPr/>
        </p:nvSpPr>
        <p:spPr>
          <a:xfrm>
            <a:off x="3752850" y="35623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EA2176B-CD09-4C9A-8819-3C581A301BD8}"/>
              </a:ext>
            </a:extLst>
          </p:cNvPr>
          <p:cNvSpPr>
            <a:spLocks noGrp="1"/>
          </p:cNvSpPr>
          <p:nvPr/>
        </p:nvSpPr>
        <p:spPr>
          <a:xfrm>
            <a:off x="3886200" y="36195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JWT Bearer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3E7E2FF-3EC7-409B-A4ED-06D533E62FBB}"/>
              </a:ext>
            </a:extLst>
          </p:cNvPr>
          <p:cNvSpPr>
            <a:spLocks noGrp="1"/>
          </p:cNvSpPr>
          <p:nvPr/>
        </p:nvSpPr>
        <p:spPr>
          <a:xfrm>
            <a:off x="3752850" y="39814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95D13E1-D506-4E9F-A52C-EA3C0ED56399}"/>
              </a:ext>
            </a:extLst>
          </p:cNvPr>
          <p:cNvSpPr>
            <a:spLocks noGrp="1"/>
          </p:cNvSpPr>
          <p:nvPr/>
        </p:nvSpPr>
        <p:spPr>
          <a:xfrm>
            <a:off x="3886200" y="40386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Serilog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A4AEABA-2E07-47CE-8CBB-9E934D4B5FAC}"/>
              </a:ext>
            </a:extLst>
          </p:cNvPr>
          <p:cNvSpPr>
            <a:spLocks noGrp="1"/>
          </p:cNvSpPr>
          <p:nvPr/>
        </p:nvSpPr>
        <p:spPr>
          <a:xfrm>
            <a:off x="3752850" y="44005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B18429A-F8DA-464C-9BA4-6BB544EA9A15}"/>
              </a:ext>
            </a:extLst>
          </p:cNvPr>
          <p:cNvSpPr>
            <a:spLocks noGrp="1"/>
          </p:cNvSpPr>
          <p:nvPr/>
        </p:nvSpPr>
        <p:spPr>
          <a:xfrm>
            <a:off x="3886200" y="44577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Scalar / OpenAPI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BD61990-650E-4E5A-A113-9333C757AF40}"/>
              </a:ext>
            </a:extLst>
          </p:cNvPr>
          <p:cNvSpPr>
            <a:spLocks noGrp="1"/>
          </p:cNvSpPr>
          <p:nvPr/>
        </p:nvSpPr>
        <p:spPr>
          <a:xfrm>
            <a:off x="6324600" y="1943100"/>
            <a:ext cx="24003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F102FF8-A36E-42A6-8B0B-A257EDD12678}"/>
              </a:ext>
            </a:extLst>
          </p:cNvPr>
          <p:cNvSpPr>
            <a:spLocks noGrp="1"/>
          </p:cNvSpPr>
          <p:nvPr/>
        </p:nvSpPr>
        <p:spPr>
          <a:xfrm>
            <a:off x="6534150" y="2171700"/>
            <a:ext cx="1952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9C6B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C6B00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B15F92A-925D-4A78-8F14-BDB4137E7F74}"/>
              </a:ext>
            </a:extLst>
          </p:cNvPr>
          <p:cNvSpPr>
            <a:spLocks noGrp="1"/>
          </p:cNvSpPr>
          <p:nvPr/>
        </p:nvSpPr>
        <p:spPr>
          <a:xfrm>
            <a:off x="6534150" y="27241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725FBA3-A308-47C0-AECF-64DF27511D21}"/>
              </a:ext>
            </a:extLst>
          </p:cNvPr>
          <p:cNvSpPr>
            <a:spLocks noGrp="1"/>
          </p:cNvSpPr>
          <p:nvPr/>
        </p:nvSpPr>
        <p:spPr>
          <a:xfrm>
            <a:off x="6667500" y="27813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SQL Server 2022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F07BC33-7350-4246-9112-A07941DA6EAD}"/>
              </a:ext>
            </a:extLst>
          </p:cNvPr>
          <p:cNvSpPr>
            <a:spLocks noGrp="1"/>
          </p:cNvSpPr>
          <p:nvPr/>
        </p:nvSpPr>
        <p:spPr>
          <a:xfrm>
            <a:off x="6534150" y="31432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A2D3480-3A74-4315-8B71-174C7573E756}"/>
              </a:ext>
            </a:extLst>
          </p:cNvPr>
          <p:cNvSpPr>
            <a:spLocks noGrp="1"/>
          </p:cNvSpPr>
          <p:nvPr/>
        </p:nvSpPr>
        <p:spPr>
          <a:xfrm>
            <a:off x="6667500" y="32004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Entity Framework Core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11A8925-2F13-43D0-BA62-4CC699A1E252}"/>
              </a:ext>
            </a:extLst>
          </p:cNvPr>
          <p:cNvSpPr>
            <a:spLocks noGrp="1"/>
          </p:cNvSpPr>
          <p:nvPr/>
        </p:nvSpPr>
        <p:spPr>
          <a:xfrm>
            <a:off x="6534150" y="35623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55EF7D7-7881-4D73-AA83-65452379AB9E}"/>
              </a:ext>
            </a:extLst>
          </p:cNvPr>
          <p:cNvSpPr>
            <a:spLocks noGrp="1"/>
          </p:cNvSpPr>
          <p:nvPr/>
        </p:nvSpPr>
        <p:spPr>
          <a:xfrm>
            <a:off x="6667500" y="36195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SteamContext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54456D9-AFA6-4E3F-8327-14E0F3CF4B82}"/>
              </a:ext>
            </a:extLst>
          </p:cNvPr>
          <p:cNvSpPr>
            <a:spLocks noGrp="1"/>
          </p:cNvSpPr>
          <p:nvPr/>
        </p:nvSpPr>
        <p:spPr>
          <a:xfrm>
            <a:off x="6534150" y="39814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66E72C18-CCAE-40F2-B26F-95F9FF24653B}"/>
              </a:ext>
            </a:extLst>
          </p:cNvPr>
          <p:cNvSpPr>
            <a:spLocks noGrp="1"/>
          </p:cNvSpPr>
          <p:nvPr/>
        </p:nvSpPr>
        <p:spPr>
          <a:xfrm>
            <a:off x="6667500" y="40386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Unit of Work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AD72171-F0BB-40F4-88BD-9EE92E5FCA40}"/>
              </a:ext>
            </a:extLst>
          </p:cNvPr>
          <p:cNvSpPr>
            <a:spLocks noGrp="1"/>
          </p:cNvSpPr>
          <p:nvPr/>
        </p:nvSpPr>
        <p:spPr>
          <a:xfrm>
            <a:off x="6534150" y="44005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3D5FD89-878B-4F2D-A8DC-AFFF9C524217}"/>
              </a:ext>
            </a:extLst>
          </p:cNvPr>
          <p:cNvSpPr>
            <a:spLocks noGrp="1"/>
          </p:cNvSpPr>
          <p:nvPr/>
        </p:nvSpPr>
        <p:spPr>
          <a:xfrm>
            <a:off x="6667500" y="44577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Repositories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9B6D813-BE9D-44FC-8F85-59A1D7E84EE7}"/>
              </a:ext>
            </a:extLst>
          </p:cNvPr>
          <p:cNvSpPr>
            <a:spLocks noGrp="1"/>
          </p:cNvSpPr>
          <p:nvPr/>
        </p:nvSpPr>
        <p:spPr>
          <a:xfrm>
            <a:off x="9105900" y="1943100"/>
            <a:ext cx="24003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906FF58-B075-4D2A-B943-CA41D7DAB61F}"/>
              </a:ext>
            </a:extLst>
          </p:cNvPr>
          <p:cNvSpPr>
            <a:spLocks noGrp="1"/>
          </p:cNvSpPr>
          <p:nvPr/>
        </p:nvSpPr>
        <p:spPr>
          <a:xfrm>
            <a:off x="9315450" y="2171700"/>
            <a:ext cx="19526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365DC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65DCC"/>
                </a:solidFill>
                <a:latin typeface="Aptos"/>
                <a:ea typeface="Aptos"/>
                <a:cs typeface="Aptos"/>
              </a:rPr>
              <a:t>Infra / Demo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F50CA27-7D99-4B58-9339-B9EE6A007F61}"/>
              </a:ext>
            </a:extLst>
          </p:cNvPr>
          <p:cNvSpPr>
            <a:spLocks noGrp="1"/>
          </p:cNvSpPr>
          <p:nvPr/>
        </p:nvSpPr>
        <p:spPr>
          <a:xfrm>
            <a:off x="9315450" y="27241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DE510CF-4203-490D-8C2F-E625269DFEEA}"/>
              </a:ext>
            </a:extLst>
          </p:cNvPr>
          <p:cNvSpPr>
            <a:spLocks noGrp="1"/>
          </p:cNvSpPr>
          <p:nvPr/>
        </p:nvSpPr>
        <p:spPr>
          <a:xfrm>
            <a:off x="9448800" y="27813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Dockerfile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830546B1-927E-4066-8D0B-106DC8AACFFA}"/>
              </a:ext>
            </a:extLst>
          </p:cNvPr>
          <p:cNvSpPr>
            <a:spLocks noGrp="1"/>
          </p:cNvSpPr>
          <p:nvPr/>
        </p:nvSpPr>
        <p:spPr>
          <a:xfrm>
            <a:off x="9315450" y="31432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E145A82-1C7E-47B0-A7FB-6246793BF3E7}"/>
              </a:ext>
            </a:extLst>
          </p:cNvPr>
          <p:cNvSpPr>
            <a:spLocks noGrp="1"/>
          </p:cNvSpPr>
          <p:nvPr/>
        </p:nvSpPr>
        <p:spPr>
          <a:xfrm>
            <a:off x="9448800" y="32004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Render config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C796D0E5-FB4D-466E-9D26-6FDC89A5D1F6}"/>
              </a:ext>
            </a:extLst>
          </p:cNvPr>
          <p:cNvSpPr>
            <a:spLocks noGrp="1"/>
          </p:cNvSpPr>
          <p:nvPr/>
        </p:nvSpPr>
        <p:spPr>
          <a:xfrm>
            <a:off x="9315450" y="35623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27A0765A-E7A1-4AC8-A899-04E28781A6C5}"/>
              </a:ext>
            </a:extLst>
          </p:cNvPr>
          <p:cNvSpPr>
            <a:spLocks noGrp="1"/>
          </p:cNvSpPr>
          <p:nvPr/>
        </p:nvSpPr>
        <p:spPr>
          <a:xfrm>
            <a:off x="9448800" y="36195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CORS localhost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949B0FB-2180-4D18-A15E-B0D88C163029}"/>
              </a:ext>
            </a:extLst>
          </p:cNvPr>
          <p:cNvSpPr>
            <a:spLocks noGrp="1"/>
          </p:cNvSpPr>
          <p:nvPr/>
        </p:nvSpPr>
        <p:spPr>
          <a:xfrm>
            <a:off x="9315450" y="39814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C3435888-3E61-4B8A-88EF-6A0ABF52CC70}"/>
              </a:ext>
            </a:extLst>
          </p:cNvPr>
          <p:cNvSpPr>
            <a:spLocks noGrp="1"/>
          </p:cNvSpPr>
          <p:nvPr/>
        </p:nvSpPr>
        <p:spPr>
          <a:xfrm>
            <a:off x="9448800" y="40386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SMTP / Brevo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4C5EF040-5576-4236-83CF-AC415D74BA00}"/>
              </a:ext>
            </a:extLst>
          </p:cNvPr>
          <p:cNvSpPr>
            <a:spLocks noGrp="1"/>
          </p:cNvSpPr>
          <p:nvPr/>
        </p:nvSpPr>
        <p:spPr>
          <a:xfrm>
            <a:off x="9315450" y="4400550"/>
            <a:ext cx="1952625" cy="323850"/>
          </a:xfrm>
          <a:prstGeom prst="rect">
            <a:avLst/>
          </a:prstGeom>
          <a:solidFill>
            <a:srgbClr val="F2F7F8"/>
          </a:solidFill>
          <a:ln w="9525">
            <a:solidFill>
              <a:srgbClr val="DCE7EA"/>
            </a:solidFill>
            <a:prstDash val="solid"/>
          </a:ln>
        </p:spPr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D87A8306-BF42-43A4-8C46-DB288B0B914B}"/>
              </a:ext>
            </a:extLst>
          </p:cNvPr>
          <p:cNvSpPr>
            <a:spLocks noGrp="1"/>
          </p:cNvSpPr>
          <p:nvPr/>
        </p:nvSpPr>
        <p:spPr>
          <a:xfrm>
            <a:off x="9448800" y="4457700"/>
            <a:ext cx="16859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24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435"/>
                </a:solidFill>
                <a:latin typeface="Aptos"/>
                <a:ea typeface="Aptos"/>
                <a:cs typeface="Aptos"/>
              </a:rPr>
              <a:t>Postman collection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B4DB00F0-EF7B-429C-BBFA-2ADFA7CA8D8A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Fuente: package.json, csproj, Program.cs, render.yaml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20A089CE-0348-49AE-B3E4-C0579142A2A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4591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74682692-471B-4971-9053-84E811B6FC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7111F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51D084F-FAB2-484D-B73C-625A1A7BB219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D38432-4672-4223-9246-F528C81C62C2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5FAC9B0-425B-47F7-A470-29DFAE712943}"/>
              </a:ext>
            </a:extLst>
          </p:cNvPr>
          <p:cNvSpPr>
            <a:spLocks noGrp="1"/>
          </p:cNvSpPr>
          <p:nvPr/>
        </p:nvSpPr>
        <p:spPr>
          <a:xfrm>
            <a:off x="742950" y="819150"/>
            <a:ext cx="8382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Angular consume una API por capas antes de llegar a SQL Server.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EB5146B-EDCE-452D-8730-782464B52C9B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1809750" cy="952500"/>
          </a:xfrm>
          <a:prstGeom prst="rect">
            <a:avLst/>
          </a:prstGeom>
          <a:solidFill>
            <a:srgbClr val="12304A"/>
          </a:solidFill>
          <a:ln w="9525">
            <a:solidFill>
              <a:srgbClr val="2F4E68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DC108FB-CD09-405A-9666-6197116DD489}"/>
              </a:ext>
            </a:extLst>
          </p:cNvPr>
          <p:cNvSpPr>
            <a:spLocks noGrp="1"/>
          </p:cNvSpPr>
          <p:nvPr/>
        </p:nvSpPr>
        <p:spPr>
          <a:xfrm>
            <a:off x="914400" y="2533650"/>
            <a:ext cx="15049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Angular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Standalone components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Material UI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2F99DEE-042B-42D0-8745-97F3BA4E87E1}"/>
              </a:ext>
            </a:extLst>
          </p:cNvPr>
          <p:cNvSpPr>
            <a:spLocks noGrp="1"/>
          </p:cNvSpPr>
          <p:nvPr/>
        </p:nvSpPr>
        <p:spPr>
          <a:xfrm>
            <a:off x="2571750" y="2895600"/>
            <a:ext cx="552450" cy="1905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3613423-5AD5-4773-8D49-B62F18553D99}"/>
              </a:ext>
            </a:extLst>
          </p:cNvPr>
          <p:cNvSpPr>
            <a:spLocks noGrp="1"/>
          </p:cNvSpPr>
          <p:nvPr/>
        </p:nvSpPr>
        <p:spPr>
          <a:xfrm>
            <a:off x="3028950" y="27813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FE52B96-8BB9-4B12-A8A8-230F844F441E}"/>
              </a:ext>
            </a:extLst>
          </p:cNvPr>
          <p:cNvSpPr>
            <a:spLocks noGrp="1"/>
          </p:cNvSpPr>
          <p:nvPr/>
        </p:nvSpPr>
        <p:spPr>
          <a:xfrm>
            <a:off x="3143250" y="2419350"/>
            <a:ext cx="1714500" cy="952500"/>
          </a:xfrm>
          <a:prstGeom prst="rect">
            <a:avLst/>
          </a:prstGeom>
          <a:solidFill>
            <a:srgbClr val="10283F"/>
          </a:solidFill>
          <a:ln w="9525">
            <a:solidFill>
              <a:srgbClr val="2F4E68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81C50C0-D273-458C-9FC9-AB9CFC676C08}"/>
              </a:ext>
            </a:extLst>
          </p:cNvPr>
          <p:cNvSpPr>
            <a:spLocks noGrp="1"/>
          </p:cNvSpPr>
          <p:nvPr/>
        </p:nvSpPr>
        <p:spPr>
          <a:xfrm>
            <a:off x="3295650" y="2533650"/>
            <a:ext cx="14097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HttpClient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 guard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JWT storage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AEBF85-11F4-4CEB-9B06-352145D6C449}"/>
              </a:ext>
            </a:extLst>
          </p:cNvPr>
          <p:cNvSpPr>
            <a:spLocks noGrp="1"/>
          </p:cNvSpPr>
          <p:nvPr/>
        </p:nvSpPr>
        <p:spPr>
          <a:xfrm>
            <a:off x="4857750" y="2895600"/>
            <a:ext cx="552450" cy="1905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90A6BC3-4069-422F-ADB4-C1FC1948B59A}"/>
              </a:ext>
            </a:extLst>
          </p:cNvPr>
          <p:cNvSpPr>
            <a:spLocks noGrp="1"/>
          </p:cNvSpPr>
          <p:nvPr/>
        </p:nvSpPr>
        <p:spPr>
          <a:xfrm>
            <a:off x="5314950" y="27813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7E8CEE5-E949-4878-BD36-CE5714073180}"/>
              </a:ext>
            </a:extLst>
          </p:cNvPr>
          <p:cNvSpPr>
            <a:spLocks noGrp="1"/>
          </p:cNvSpPr>
          <p:nvPr/>
        </p:nvSpPr>
        <p:spPr>
          <a:xfrm>
            <a:off x="5429250" y="2419350"/>
            <a:ext cx="1809750" cy="952500"/>
          </a:xfrm>
          <a:prstGeom prst="rect">
            <a:avLst/>
          </a:prstGeom>
          <a:solidFill>
            <a:srgbClr val="11213A"/>
          </a:solidFill>
          <a:ln w="9525">
            <a:solidFill>
              <a:srgbClr val="2F4E68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310033-0A78-44A1-8C56-608E82282866}"/>
              </a:ext>
            </a:extLst>
          </p:cNvPr>
          <p:cNvSpPr>
            <a:spLocks noGrp="1"/>
          </p:cNvSpPr>
          <p:nvPr/>
        </p:nvSpPr>
        <p:spPr>
          <a:xfrm>
            <a:off x="5581650" y="2533650"/>
            <a:ext cx="15049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ASP.NET Core API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Controllers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A4D637D-E69D-4211-B82A-E450F39066D7}"/>
              </a:ext>
            </a:extLst>
          </p:cNvPr>
          <p:cNvSpPr>
            <a:spLocks noGrp="1"/>
          </p:cNvSpPr>
          <p:nvPr/>
        </p:nvSpPr>
        <p:spPr>
          <a:xfrm>
            <a:off x="7239000" y="2895600"/>
            <a:ext cx="552450" cy="1905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D26731E-A2B6-4C27-BD18-2FA9CDB74592}"/>
              </a:ext>
            </a:extLst>
          </p:cNvPr>
          <p:cNvSpPr>
            <a:spLocks noGrp="1"/>
          </p:cNvSpPr>
          <p:nvPr/>
        </p:nvSpPr>
        <p:spPr>
          <a:xfrm>
            <a:off x="7696200" y="27813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FA27CBD-BE53-49E9-B39A-DB72D3053BBA}"/>
              </a:ext>
            </a:extLst>
          </p:cNvPr>
          <p:cNvSpPr>
            <a:spLocks noGrp="1"/>
          </p:cNvSpPr>
          <p:nvPr/>
        </p:nvSpPr>
        <p:spPr>
          <a:xfrm>
            <a:off x="7810500" y="2419350"/>
            <a:ext cx="1619250" cy="952500"/>
          </a:xfrm>
          <a:prstGeom prst="rect">
            <a:avLst/>
          </a:prstGeom>
          <a:solidFill>
            <a:srgbClr val="102C2A"/>
          </a:solidFill>
          <a:ln w="9525">
            <a:solidFill>
              <a:srgbClr val="2F4E68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E4B2812-B447-4A2D-94CE-723085CF1BB8}"/>
              </a:ext>
            </a:extLst>
          </p:cNvPr>
          <p:cNvSpPr>
            <a:spLocks noGrp="1"/>
          </p:cNvSpPr>
          <p:nvPr/>
        </p:nvSpPr>
        <p:spPr>
          <a:xfrm>
            <a:off x="7962900" y="253365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Application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Services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3CCF7E1-528C-4C70-9B43-C386BE3BB646}"/>
              </a:ext>
            </a:extLst>
          </p:cNvPr>
          <p:cNvSpPr>
            <a:spLocks noGrp="1"/>
          </p:cNvSpPr>
          <p:nvPr/>
        </p:nvSpPr>
        <p:spPr>
          <a:xfrm>
            <a:off x="9429750" y="2895600"/>
            <a:ext cx="552450" cy="1905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0D1E458-4568-42BC-982E-02E8AFEA133A}"/>
              </a:ext>
            </a:extLst>
          </p:cNvPr>
          <p:cNvSpPr>
            <a:spLocks noGrp="1"/>
          </p:cNvSpPr>
          <p:nvPr/>
        </p:nvSpPr>
        <p:spPr>
          <a:xfrm>
            <a:off x="9886950" y="27813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585E1BF-E1E3-475D-BFD6-CBFDB218B764}"/>
              </a:ext>
            </a:extLst>
          </p:cNvPr>
          <p:cNvSpPr>
            <a:spLocks noGrp="1"/>
          </p:cNvSpPr>
          <p:nvPr/>
        </p:nvSpPr>
        <p:spPr>
          <a:xfrm>
            <a:off x="10001250" y="2419350"/>
            <a:ext cx="1619250" cy="952500"/>
          </a:xfrm>
          <a:prstGeom prst="rect">
            <a:avLst/>
          </a:prstGeom>
          <a:solidFill>
            <a:srgbClr val="2F2715"/>
          </a:solidFill>
          <a:ln w="9525">
            <a:solidFill>
              <a:srgbClr val="2F4E68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933A1A0-9659-42A1-A31B-DAEDB4633FA7}"/>
              </a:ext>
            </a:extLst>
          </p:cNvPr>
          <p:cNvSpPr>
            <a:spLocks noGrp="1"/>
          </p:cNvSpPr>
          <p:nvPr/>
        </p:nvSpPr>
        <p:spPr>
          <a:xfrm>
            <a:off x="10153650" y="253365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Domain + EF Core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SteamContext</a:t>
            </a:r>
          </a:p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Entities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D11D720-CFC5-4A7A-919F-9AEA5B9FE3BA}"/>
              </a:ext>
            </a:extLst>
          </p:cNvPr>
          <p:cNvSpPr>
            <a:spLocks noGrp="1"/>
          </p:cNvSpPr>
          <p:nvPr/>
        </p:nvSpPr>
        <p:spPr>
          <a:xfrm>
            <a:off x="10810875" y="3371850"/>
            <a:ext cx="19050" cy="5334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AF517A2-A00D-4259-B9FE-FDE3C37CD9DB}"/>
              </a:ext>
            </a:extLst>
          </p:cNvPr>
          <p:cNvSpPr>
            <a:spLocks noGrp="1"/>
          </p:cNvSpPr>
          <p:nvPr/>
        </p:nvSpPr>
        <p:spPr>
          <a:xfrm>
            <a:off x="10715625" y="37909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10A72A0-271C-4EE1-ADD6-C0AF171DA183}"/>
              </a:ext>
            </a:extLst>
          </p:cNvPr>
          <p:cNvSpPr>
            <a:spLocks noGrp="1"/>
          </p:cNvSpPr>
          <p:nvPr/>
        </p:nvSpPr>
        <p:spPr>
          <a:xfrm>
            <a:off x="9944100" y="3943350"/>
            <a:ext cx="1752600" cy="666750"/>
          </a:xfrm>
          <a:prstGeom prst="rect">
            <a:avLst/>
          </a:prstGeom>
          <a:solidFill>
            <a:srgbClr val="372714"/>
          </a:solidFill>
          <a:ln w="9525">
            <a:solidFill>
              <a:srgbClr val="2F4E68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039A987-C1E8-403C-A2ED-879EDFE20757}"/>
              </a:ext>
            </a:extLst>
          </p:cNvPr>
          <p:cNvSpPr>
            <a:spLocks noGrp="1"/>
          </p:cNvSpPr>
          <p:nvPr/>
        </p:nvSpPr>
        <p:spPr>
          <a:xfrm>
            <a:off x="10096500" y="4057650"/>
            <a:ext cx="1447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E5A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E5A3"/>
                </a:solidFill>
                <a:latin typeface="Aptos"/>
                <a:ea typeface="Aptos"/>
                <a:cs typeface="Aptos"/>
              </a:rPr>
              <a:t>SQL Server 2022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6C98CE0-9D4D-4985-954D-10FBCFAC46E3}"/>
              </a:ext>
            </a:extLst>
          </p:cNvPr>
          <p:cNvSpPr>
            <a:spLocks noGrp="1"/>
          </p:cNvSpPr>
          <p:nvPr/>
        </p:nvSpPr>
        <p:spPr>
          <a:xfrm>
            <a:off x="1047750" y="4362450"/>
            <a:ext cx="7715250" cy="723900"/>
          </a:xfrm>
          <a:prstGeom prst="rect">
            <a:avLst/>
          </a:prstGeom>
          <a:solidFill>
            <a:srgbClr val="0B1E32"/>
          </a:solidFill>
          <a:ln w="9525">
            <a:solidFill>
              <a:srgbClr val="28445E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A043E2C-17A1-4D66-BA25-92783275A784}"/>
              </a:ext>
            </a:extLst>
          </p:cNvPr>
          <p:cNvSpPr>
            <a:spLocks noGrp="1"/>
          </p:cNvSpPr>
          <p:nvPr/>
        </p:nvSpPr>
        <p:spPr>
          <a:xfrm>
            <a:off x="1276350" y="457200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Servicios transversales: autenticacion JWT, roles/permisos, Serilog, SMTP/Brevo, OpenAPI/Scalar y manejo de errores.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9487B24-260F-44B8-A47A-54564FFD22E4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Fuente: Program.cs, ServiceCollectionExtension.cs y estructura de proyectos .NET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F03942B-4FBB-4AD7-8522-AB1730B8606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9017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ángulo 52">
            <a:extLst>
              <a:ext uri="{FF2B5EF4-FFF2-40B4-BE49-F238E27FC236}">
                <a16:creationId xmlns:a16="http://schemas.microsoft.com/office/drawing/2014/main" id="{1B49C9C6-10EF-4BEF-9BC2-2576F4EA30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C"/>
          </a:solidFill>
          <a:ln w="0">
            <a:solidFill>
              <a:srgbClr val="F7FBFC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A1A19F0-8DF5-4D49-9F58-754E74710AA8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FF3D8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62D60E-93FA-4215-8D37-2CCD2D50C436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DOMINIO Y API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8C288DA-7576-4D9E-A5A7-CBFF0285E7A6}"/>
              </a:ext>
            </a:extLst>
          </p:cNvPr>
          <p:cNvSpPr>
            <a:spLocks noGrp="1"/>
          </p:cNvSpPr>
          <p:nvPr/>
        </p:nvSpPr>
        <p:spPr>
          <a:xfrm>
            <a:off x="742950" y="83820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31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1724"/>
                </a:solidFill>
                <a:latin typeface="Aptos Display"/>
                <a:ea typeface="Aptos Display"/>
                <a:cs typeface="Aptos Display"/>
              </a:rPr>
              <a:t>El modelo cubre catalogo, seguridad y actividad del jugador.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385F084-73C0-4E07-86F9-588FD2EADA4C}"/>
              </a:ext>
            </a:extLst>
          </p:cNvPr>
          <p:cNvSpPr>
            <a:spLocks noGrp="1"/>
          </p:cNvSpPr>
          <p:nvPr/>
        </p:nvSpPr>
        <p:spPr>
          <a:xfrm>
            <a:off x="800100" y="1905000"/>
            <a:ext cx="31432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8E0305D-FE83-41CD-A14D-FC0545F9C6B4}"/>
              </a:ext>
            </a:extLst>
          </p:cNvPr>
          <p:cNvSpPr>
            <a:spLocks noGrp="1"/>
          </p:cNvSpPr>
          <p:nvPr/>
        </p:nvSpPr>
        <p:spPr>
          <a:xfrm>
            <a:off x="1009650" y="2152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FF3D8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3D8D"/>
                </a:solidFill>
                <a:latin typeface="Aptos"/>
                <a:ea typeface="Aptos"/>
                <a:cs typeface="Aptos"/>
              </a:rPr>
              <a:t>Catalogo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538988-23F5-476A-B4F2-398406CC7EEA}"/>
              </a:ext>
            </a:extLst>
          </p:cNvPr>
          <p:cNvSpPr>
            <a:spLocks noGrp="1"/>
          </p:cNvSpPr>
          <p:nvPr/>
        </p:nvSpPr>
        <p:spPr>
          <a:xfrm>
            <a:off x="1009650" y="27241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F0CFCEB-ADB5-4887-99D4-57EB1CDDDC0F}"/>
              </a:ext>
            </a:extLst>
          </p:cNvPr>
          <p:cNvSpPr>
            <a:spLocks noGrp="1"/>
          </p:cNvSpPr>
          <p:nvPr/>
        </p:nvSpPr>
        <p:spPr>
          <a:xfrm>
            <a:off x="1143000" y="27813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Games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7AD2C0-FAB3-4C45-BA0D-13DB7234A402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870B30D-22EB-498E-AF9C-8FEE479A3090}"/>
              </a:ext>
            </a:extLst>
          </p:cNvPr>
          <p:cNvSpPr>
            <a:spLocks noGrp="1"/>
          </p:cNvSpPr>
          <p:nvPr/>
        </p:nvSpPr>
        <p:spPr>
          <a:xfrm>
            <a:off x="2533650" y="27813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Genres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144108B-FA10-47C3-A53D-078B4750E2B3}"/>
              </a:ext>
            </a:extLst>
          </p:cNvPr>
          <p:cNvSpPr>
            <a:spLocks noGrp="1"/>
          </p:cNvSpPr>
          <p:nvPr/>
        </p:nvSpPr>
        <p:spPr>
          <a:xfrm>
            <a:off x="1009650" y="31623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0540267-D5BF-48B9-A4C3-8BB131D27C21}"/>
              </a:ext>
            </a:extLst>
          </p:cNvPr>
          <p:cNvSpPr>
            <a:spLocks noGrp="1"/>
          </p:cNvSpPr>
          <p:nvPr/>
        </p:nvSpPr>
        <p:spPr>
          <a:xfrm>
            <a:off x="1143000" y="32194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Developers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7B10B8A-639B-487E-B44E-56CC70CAEF95}"/>
              </a:ext>
            </a:extLst>
          </p:cNvPr>
          <p:cNvSpPr>
            <a:spLocks noGrp="1"/>
          </p:cNvSpPr>
          <p:nvPr/>
        </p:nvSpPr>
        <p:spPr>
          <a:xfrm>
            <a:off x="2400300" y="31623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B18CCCF-E101-44AF-8683-E8B62E7A58F7}"/>
              </a:ext>
            </a:extLst>
          </p:cNvPr>
          <p:cNvSpPr>
            <a:spLocks noGrp="1"/>
          </p:cNvSpPr>
          <p:nvPr/>
        </p:nvSpPr>
        <p:spPr>
          <a:xfrm>
            <a:off x="2533650" y="32194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Publishers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82D5A6E-06B2-4543-9F46-E555435A4DBA}"/>
              </a:ext>
            </a:extLst>
          </p:cNvPr>
          <p:cNvSpPr>
            <a:spLocks noGrp="1"/>
          </p:cNvSpPr>
          <p:nvPr/>
        </p:nvSpPr>
        <p:spPr>
          <a:xfrm>
            <a:off x="1009650" y="36004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C845BE5-C8F1-49B6-BEFE-358D5DED8545}"/>
              </a:ext>
            </a:extLst>
          </p:cNvPr>
          <p:cNvSpPr>
            <a:spLocks noGrp="1"/>
          </p:cNvSpPr>
          <p:nvPr/>
        </p:nvSpPr>
        <p:spPr>
          <a:xfrm>
            <a:off x="1143000" y="3657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Offers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778045B-1A54-426C-A207-CF28CBCF84BF}"/>
              </a:ext>
            </a:extLst>
          </p:cNvPr>
          <p:cNvSpPr>
            <a:spLocks noGrp="1"/>
          </p:cNvSpPr>
          <p:nvPr/>
        </p:nvSpPr>
        <p:spPr>
          <a:xfrm>
            <a:off x="2400300" y="36004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0236ABF-682A-46E7-8A14-A9A7FAF512DB}"/>
              </a:ext>
            </a:extLst>
          </p:cNvPr>
          <p:cNvSpPr>
            <a:spLocks noGrp="1"/>
          </p:cNvSpPr>
          <p:nvPr/>
        </p:nvSpPr>
        <p:spPr>
          <a:xfrm>
            <a:off x="2533650" y="3657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DLC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CD0AE62-28CA-4A99-B560-3AC263E66CBF}"/>
              </a:ext>
            </a:extLst>
          </p:cNvPr>
          <p:cNvSpPr>
            <a:spLocks noGrp="1"/>
          </p:cNvSpPr>
          <p:nvPr/>
        </p:nvSpPr>
        <p:spPr>
          <a:xfrm>
            <a:off x="1009650" y="40386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B0991D5-2682-41AE-8FB8-3FC611B44370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Achievements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D027DCF-AFC3-44B9-BDB0-8BE9D81C1C00}"/>
              </a:ext>
            </a:extLst>
          </p:cNvPr>
          <p:cNvSpPr>
            <a:spLocks noGrp="1"/>
          </p:cNvSpPr>
          <p:nvPr/>
        </p:nvSpPr>
        <p:spPr>
          <a:xfrm>
            <a:off x="4457700" y="1905000"/>
            <a:ext cx="31432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A95C8E3-A529-449A-AC8F-69C141BABC24}"/>
              </a:ext>
            </a:extLst>
          </p:cNvPr>
          <p:cNvSpPr>
            <a:spLocks noGrp="1"/>
          </p:cNvSpPr>
          <p:nvPr/>
        </p:nvSpPr>
        <p:spPr>
          <a:xfrm>
            <a:off x="4667250" y="2152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Usuarios y acceso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02D07DB-202D-49EB-AF07-87E5021439E2}"/>
              </a:ext>
            </a:extLst>
          </p:cNvPr>
          <p:cNvSpPr>
            <a:spLocks noGrp="1"/>
          </p:cNvSpPr>
          <p:nvPr/>
        </p:nvSpPr>
        <p:spPr>
          <a:xfrm>
            <a:off x="4667250" y="27241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928C4AB-EFEA-4F7A-9C92-A2E5A67CC474}"/>
              </a:ext>
            </a:extLst>
          </p:cNvPr>
          <p:cNvSpPr>
            <a:spLocks noGrp="1"/>
          </p:cNvSpPr>
          <p:nvPr/>
        </p:nvSpPr>
        <p:spPr>
          <a:xfrm>
            <a:off x="4800600" y="27813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036E74C-C5E1-4045-AC94-9DD2323C833E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59200DA-2043-445B-8318-84073ED1D21A}"/>
              </a:ext>
            </a:extLst>
          </p:cNvPr>
          <p:cNvSpPr>
            <a:spLocks noGrp="1"/>
          </p:cNvSpPr>
          <p:nvPr/>
        </p:nvSpPr>
        <p:spPr>
          <a:xfrm>
            <a:off x="6191250" y="27813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Roles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A47B923-B2CE-430C-8D32-64E578B2DCF6}"/>
              </a:ext>
            </a:extLst>
          </p:cNvPr>
          <p:cNvSpPr>
            <a:spLocks noGrp="1"/>
          </p:cNvSpPr>
          <p:nvPr/>
        </p:nvSpPr>
        <p:spPr>
          <a:xfrm>
            <a:off x="4667250" y="31623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D7A41B3-904A-4592-919C-B4CA45B41BC2}"/>
              </a:ext>
            </a:extLst>
          </p:cNvPr>
          <p:cNvSpPr>
            <a:spLocks noGrp="1"/>
          </p:cNvSpPr>
          <p:nvPr/>
        </p:nvSpPr>
        <p:spPr>
          <a:xfrm>
            <a:off x="4800600" y="32194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Permissions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6028078-F0E7-4EEE-B91E-1B3D4F818F2B}"/>
              </a:ext>
            </a:extLst>
          </p:cNvPr>
          <p:cNvSpPr>
            <a:spLocks noGrp="1"/>
          </p:cNvSpPr>
          <p:nvPr/>
        </p:nvSpPr>
        <p:spPr>
          <a:xfrm>
            <a:off x="6057900" y="31623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8BCE8DC-5FA3-4074-A773-0BA2267E3E5B}"/>
              </a:ext>
            </a:extLst>
          </p:cNvPr>
          <p:cNvSpPr>
            <a:spLocks noGrp="1"/>
          </p:cNvSpPr>
          <p:nvPr/>
        </p:nvSpPr>
        <p:spPr>
          <a:xfrm>
            <a:off x="6191250" y="32194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UserRoles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F6FD6BC-97B2-4CAB-81BF-ED0229E8B508}"/>
              </a:ext>
            </a:extLst>
          </p:cNvPr>
          <p:cNvSpPr>
            <a:spLocks noGrp="1"/>
          </p:cNvSpPr>
          <p:nvPr/>
        </p:nvSpPr>
        <p:spPr>
          <a:xfrm>
            <a:off x="4667250" y="36004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5179155-BC5F-40A7-BE11-5447EB62DE69}"/>
              </a:ext>
            </a:extLst>
          </p:cNvPr>
          <p:cNvSpPr>
            <a:spLocks noGrp="1"/>
          </p:cNvSpPr>
          <p:nvPr/>
        </p:nvSpPr>
        <p:spPr>
          <a:xfrm>
            <a:off x="4800600" y="3657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Sessions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6F31132-17EB-4E6A-A56E-687AA3F2F7F8}"/>
              </a:ext>
            </a:extLst>
          </p:cNvPr>
          <p:cNvSpPr>
            <a:spLocks noGrp="1"/>
          </p:cNvSpPr>
          <p:nvPr/>
        </p:nvSpPr>
        <p:spPr>
          <a:xfrm>
            <a:off x="6057900" y="36004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77C8E75-798B-4F82-8B16-E08C652A9ADA}"/>
              </a:ext>
            </a:extLst>
          </p:cNvPr>
          <p:cNvSpPr>
            <a:spLocks noGrp="1"/>
          </p:cNvSpPr>
          <p:nvPr/>
        </p:nvSpPr>
        <p:spPr>
          <a:xfrm>
            <a:off x="6191250" y="3657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EmailTemplates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F906166-8675-4DFD-8C02-C5A57D368074}"/>
              </a:ext>
            </a:extLst>
          </p:cNvPr>
          <p:cNvSpPr>
            <a:spLocks noGrp="1"/>
          </p:cNvSpPr>
          <p:nvPr/>
        </p:nvSpPr>
        <p:spPr>
          <a:xfrm>
            <a:off x="8115300" y="1905000"/>
            <a:ext cx="31432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EB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E7706565-4429-42CC-81CA-78D6F1747356}"/>
              </a:ext>
            </a:extLst>
          </p:cNvPr>
          <p:cNvSpPr>
            <a:spLocks noGrp="1"/>
          </p:cNvSpPr>
          <p:nvPr/>
        </p:nvSpPr>
        <p:spPr>
          <a:xfrm>
            <a:off x="8324850" y="2152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1">
                <a:solidFill>
                  <a:srgbClr val="9C6B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C6B00"/>
                </a:solidFill>
                <a:latin typeface="Aptos"/>
                <a:ea typeface="Aptos"/>
                <a:cs typeface="Aptos"/>
              </a:rPr>
              <a:t>Comunidad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F0AF4E4-B94A-4C4F-87E6-5D31568672FE}"/>
              </a:ext>
            </a:extLst>
          </p:cNvPr>
          <p:cNvSpPr>
            <a:spLocks noGrp="1"/>
          </p:cNvSpPr>
          <p:nvPr/>
        </p:nvSpPr>
        <p:spPr>
          <a:xfrm>
            <a:off x="8324850" y="27241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D851C209-ECA5-4B7D-9AEB-A0628EB63103}"/>
              </a:ext>
            </a:extLst>
          </p:cNvPr>
          <p:cNvSpPr>
            <a:spLocks noGrp="1"/>
          </p:cNvSpPr>
          <p:nvPr/>
        </p:nvSpPr>
        <p:spPr>
          <a:xfrm>
            <a:off x="8458200" y="27813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Wishlist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2E06D94-E296-43C8-B11C-5C51F557D60F}"/>
              </a:ext>
            </a:extLst>
          </p:cNvPr>
          <p:cNvSpPr>
            <a:spLocks noGrp="1"/>
          </p:cNvSpPr>
          <p:nvPr/>
        </p:nvSpPr>
        <p:spPr>
          <a:xfrm>
            <a:off x="9715500" y="27241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1F9F6BF-BA66-40C4-B48D-5997350EFF7B}"/>
              </a:ext>
            </a:extLst>
          </p:cNvPr>
          <p:cNvSpPr>
            <a:spLocks noGrp="1"/>
          </p:cNvSpPr>
          <p:nvPr/>
        </p:nvSpPr>
        <p:spPr>
          <a:xfrm>
            <a:off x="9848850" y="27813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Library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7E0A282-D2FD-447B-85D1-FD21632EB053}"/>
              </a:ext>
            </a:extLst>
          </p:cNvPr>
          <p:cNvSpPr>
            <a:spLocks noGrp="1"/>
          </p:cNvSpPr>
          <p:nvPr/>
        </p:nvSpPr>
        <p:spPr>
          <a:xfrm>
            <a:off x="8324850" y="31623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78A3AA61-A90D-41CE-BCE3-F3EB32FA2860}"/>
              </a:ext>
            </a:extLst>
          </p:cNvPr>
          <p:cNvSpPr>
            <a:spLocks noGrp="1"/>
          </p:cNvSpPr>
          <p:nvPr/>
        </p:nvSpPr>
        <p:spPr>
          <a:xfrm>
            <a:off x="8458200" y="32194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1BB65DA8-53CB-4C5E-B4C6-F1053CFBFA80}"/>
              </a:ext>
            </a:extLst>
          </p:cNvPr>
          <p:cNvSpPr>
            <a:spLocks noGrp="1"/>
          </p:cNvSpPr>
          <p:nvPr/>
        </p:nvSpPr>
        <p:spPr>
          <a:xfrm>
            <a:off x="9715500" y="316230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C268DCEE-1E95-4B5C-8C7F-66FE65096F92}"/>
              </a:ext>
            </a:extLst>
          </p:cNvPr>
          <p:cNvSpPr>
            <a:spLocks noGrp="1"/>
          </p:cNvSpPr>
          <p:nvPr/>
        </p:nvSpPr>
        <p:spPr>
          <a:xfrm>
            <a:off x="9848850" y="32194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ReviewAnswers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95EC47AD-A286-4A4C-9AA0-F5D2898A9F81}"/>
              </a:ext>
            </a:extLst>
          </p:cNvPr>
          <p:cNvSpPr>
            <a:spLocks noGrp="1"/>
          </p:cNvSpPr>
          <p:nvPr/>
        </p:nvSpPr>
        <p:spPr>
          <a:xfrm>
            <a:off x="8324850" y="36004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DD7CCD54-A7BF-4E87-B50D-4E9DF856AEC9}"/>
              </a:ext>
            </a:extLst>
          </p:cNvPr>
          <p:cNvSpPr>
            <a:spLocks noGrp="1"/>
          </p:cNvSpPr>
          <p:nvPr/>
        </p:nvSpPr>
        <p:spPr>
          <a:xfrm>
            <a:off x="8458200" y="3657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Friends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89A99234-9C1B-4ABE-873B-2C57EEF87291}"/>
              </a:ext>
            </a:extLst>
          </p:cNvPr>
          <p:cNvSpPr>
            <a:spLocks noGrp="1"/>
          </p:cNvSpPr>
          <p:nvPr/>
        </p:nvSpPr>
        <p:spPr>
          <a:xfrm>
            <a:off x="9715500" y="3600450"/>
            <a:ext cx="1257300" cy="323850"/>
          </a:xfrm>
          <a:prstGeom prst="rect">
            <a:avLst/>
          </a:prstGeom>
          <a:solidFill>
            <a:srgbClr val="F3F8FA"/>
          </a:solidFill>
          <a:ln w="9525">
            <a:solidFill>
              <a:srgbClr val="E0EAEE"/>
            </a:solidFill>
            <a:prstDash val="solid"/>
          </a:ln>
        </p:spPr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9AA121A8-487B-4B47-A588-658F10E57FC7}"/>
              </a:ext>
            </a:extLst>
          </p:cNvPr>
          <p:cNvSpPr>
            <a:spLocks noGrp="1"/>
          </p:cNvSpPr>
          <p:nvPr/>
        </p:nvSpPr>
        <p:spPr>
          <a:xfrm>
            <a:off x="9848850" y="3657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B1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724"/>
                </a:solidFill>
                <a:latin typeface="Aptos"/>
                <a:ea typeface="Aptos"/>
                <a:cs typeface="Aptos"/>
              </a:rPr>
              <a:t>UserAchievements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D3505794-9106-4B67-9783-A0553C90ED8A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9867900" cy="666750"/>
          </a:xfrm>
          <a:prstGeom prst="rect">
            <a:avLst/>
          </a:prstGeom>
          <a:solidFill>
            <a:srgbClr val="0B1E32"/>
          </a:solidFill>
          <a:ln w="9525">
            <a:solidFill>
              <a:srgbClr val="25435A"/>
            </a:solidFill>
            <a:prstDash val="solid"/>
          </a:ln>
        </p:spPr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B275FDBC-54CD-445E-98DC-84D49CF5CF0E}"/>
              </a:ext>
            </a:extLst>
          </p:cNvPr>
          <p:cNvSpPr>
            <a:spLocks noGrp="1"/>
          </p:cNvSpPr>
          <p:nvPr/>
        </p:nvSpPr>
        <p:spPr>
          <a:xfrm>
            <a:off x="1257300" y="5162550"/>
            <a:ext cx="937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Endpoints principales: Auth, Games, Developers, Publishers, Genres, Wishlist, Library, Reviews, Sessions, Friends, Roles y User.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FA6475A4-E163-4108-86F8-8EDEED5B749F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Fuente: SteamContext y controllers del backend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27307021-1623-4607-AF8F-D73D15EDCB3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D6B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6B5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6369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65C15712-37D9-494C-BAB0-67D6EF0425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7111F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952498C-F20D-4274-8EAB-DB3BCCD4B42B}"/>
              </a:ext>
            </a:extLst>
          </p:cNvPr>
          <p:cNvSpPr>
            <a:spLocks noGrp="1"/>
          </p:cNvSpPr>
          <p:nvPr/>
        </p:nvSpPr>
        <p:spPr>
          <a:xfrm>
            <a:off x="762000" y="600075"/>
            <a:ext cx="266700" cy="38100"/>
          </a:xfrm>
          <a:prstGeom prst="rect">
            <a:avLst/>
          </a:prstGeom>
          <a:solidFill>
            <a:srgbClr val="85F4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38A83F-BC33-4926-8F4F-0DE54E2C679F}"/>
              </a:ext>
            </a:extLst>
          </p:cNvPr>
          <p:cNvSpPr>
            <a:spLocks noGrp="1"/>
          </p:cNvSpPr>
          <p:nvPr/>
        </p:nvSpPr>
        <p:spPr>
          <a:xfrm>
            <a:off x="1143000" y="514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CAPTURAS PUBLICAS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ED51426-4345-4030-924B-BE3D11F724A0}"/>
              </a:ext>
            </a:extLst>
          </p:cNvPr>
          <p:cNvSpPr>
            <a:spLocks noGrp="1"/>
          </p:cNvSpPr>
          <p:nvPr/>
        </p:nvSpPr>
        <p:spPr>
          <a:xfrm>
            <a:off x="742950" y="781050"/>
            <a:ext cx="8096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1905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vitrina publica ya comunica identidad, catalogo y navegacion.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rcRect l="83" r="83"/>
          <a:stretch>
            <a:fillRect/>
          </a:stretch>
        </p:blipFill>
        <p:spPr>
          <a:xfrm>
            <a:off x="685800" y="1733550"/>
            <a:ext cx="5105400" cy="287655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6877608-0144-48BA-BBAB-B8B835D7BD71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510540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9445C"/>
            </a:solidFill>
            <a:prstDash val="solid"/>
          </a:ln>
        </p:spPr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rcRect l="83" r="83"/>
          <a:stretch>
            <a:fillRect/>
          </a:stretch>
        </p:blipFill>
        <p:spPr>
          <a:xfrm>
            <a:off x="6400800" y="1733550"/>
            <a:ext cx="5105400" cy="28765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38A4714-C16F-4B58-9F28-96028E512C30}"/>
              </a:ext>
            </a:extLst>
          </p:cNvPr>
          <p:cNvSpPr>
            <a:spLocks noGrp="1"/>
          </p:cNvSpPr>
          <p:nvPr/>
        </p:nvSpPr>
        <p:spPr>
          <a:xfrm>
            <a:off x="6400800" y="1733550"/>
            <a:ext cx="510540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29445C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A99CD83-1340-4E4D-ABCA-D9B3FBB93852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5105400" cy="609600"/>
          </a:xfrm>
          <a:prstGeom prst="rect">
            <a:avLst/>
          </a:prstGeom>
          <a:solidFill>
            <a:srgbClr val="0B1E32"/>
          </a:solidFill>
          <a:ln w="9525">
            <a:solidFill>
              <a:srgbClr val="243E55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9E638D1-CC0C-4D6E-AFA9-961F3D7AD936}"/>
              </a:ext>
            </a:extLst>
          </p:cNvPr>
          <p:cNvSpPr>
            <a:spLocks noGrp="1"/>
          </p:cNvSpPr>
          <p:nvPr/>
        </p:nvSpPr>
        <p:spPr>
          <a:xfrm>
            <a:off x="914400" y="5076825"/>
            <a:ext cx="464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Inicio: propuesta rapida, CTA hacia juegos y acceso al panel privado.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8A74F9C-4AA3-4845-9CEE-79C6CF431412}"/>
              </a:ext>
            </a:extLst>
          </p:cNvPr>
          <p:cNvSpPr>
            <a:spLocks noGrp="1"/>
          </p:cNvSpPr>
          <p:nvPr/>
        </p:nvSpPr>
        <p:spPr>
          <a:xfrm>
            <a:off x="6400800" y="4876800"/>
            <a:ext cx="5105400" cy="609600"/>
          </a:xfrm>
          <a:prstGeom prst="rect">
            <a:avLst/>
          </a:prstGeom>
          <a:solidFill>
            <a:srgbClr val="0B1E32"/>
          </a:solidFill>
          <a:ln w="9525">
            <a:solidFill>
              <a:srgbClr val="243E55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4815180-786F-468B-A641-6C67115B912F}"/>
              </a:ext>
            </a:extLst>
          </p:cNvPr>
          <p:cNvSpPr>
            <a:spLocks noGrp="1"/>
          </p:cNvSpPr>
          <p:nvPr/>
        </p:nvSpPr>
        <p:spPr>
          <a:xfrm>
            <a:off x="6629400" y="5029200"/>
            <a:ext cx="4648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EAF3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3F4"/>
                </a:solidFill>
                <a:latin typeface="Aptos"/>
                <a:ea typeface="Aptos"/>
                <a:cs typeface="Aptos"/>
              </a:rPr>
              <a:t>Catalogo: filtros por categoria y fallback cuando la API local esta apagada.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1FB5FE-6013-4E93-A12C-0BB7540327CB}"/>
              </a:ext>
            </a:extLst>
          </p:cNvPr>
          <p:cNvSpPr>
            <a:spLocks noGrp="1"/>
          </p:cNvSpPr>
          <p:nvPr/>
        </p:nvSpPr>
        <p:spPr>
          <a:xfrm>
            <a:off x="742950" y="65532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3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3A8"/>
                </a:solidFill>
                <a:latin typeface="Aptos"/>
                <a:ea typeface="Aptos"/>
                <a:cs typeface="Aptos"/>
              </a:rPr>
              <a:t>Capturas locales del frontend Angular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7CC2E4E-5922-4695-A4D0-9F8CD714603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85F4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5F4D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948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2338788-46F7-C902-5A9E-459825F3FA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solidFill>
              <a:srgbClr val="07111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975435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Office PowerPoint</Application>
  <DocSecurity>0</DocSecurity>
  <PresentationFormat>Panorámica</PresentationFormat>
  <Paragraphs>133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Juan D. Buenaño</cp:lastModifiedBy>
  <cp:revision>1</cp:revision>
  <dcterms:created xsi:type="dcterms:W3CDTF">2026-05-28T03:03:40Z</dcterms:created>
  <dcterms:modified xsi:type="dcterms:W3CDTF">2026-05-28T03:20:09Z</dcterms:modified>
</cp:coreProperties>
</file>