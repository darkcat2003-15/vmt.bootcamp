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. Buenaño" userId="bdb98ddcc580e534" providerId="LiveId" clId="{298D9A5E-6FD3-4BBF-B2CF-50C56DF101C3}"/>
    <pc:docChg chg="undo custSel modSld">
      <pc:chgData name="Juan D. Buenaño" userId="bdb98ddcc580e534" providerId="LiveId" clId="{298D9A5E-6FD3-4BBF-B2CF-50C56DF101C3}" dt="2026-05-28T03:18:58.381" v="68" actId="20577"/>
      <pc:docMkLst>
        <pc:docMk/>
      </pc:docMkLst>
      <pc:sldChg chg="modSp mod">
        <pc:chgData name="Juan D. Buenaño" userId="bdb98ddcc580e534" providerId="LiveId" clId="{298D9A5E-6FD3-4BBF-B2CF-50C56DF101C3}" dt="2026-05-28T03:18:58.381" v="68" actId="20577"/>
        <pc:sldMkLst>
          <pc:docMk/>
          <pc:sldMk cId="413570121" sldId="256"/>
        </pc:sldMkLst>
        <pc:spChg chg="mod">
          <ac:chgData name="Juan D. Buenaño" userId="bdb98ddcc580e534" providerId="LiveId" clId="{298D9A5E-6FD3-4BBF-B2CF-50C56DF101C3}" dt="2026-05-28T03:18:58.381" v="68" actId="20577"/>
          <ac:spMkLst>
            <pc:docMk/>
            <pc:sldMk cId="413570121" sldId="256"/>
            <ac:spMk id="8" creationId="{3E091D61-1BCF-43A1-8397-D0261B890DD6}"/>
          </ac:spMkLst>
        </pc:spChg>
        <pc:spChg chg="mod">
          <ac:chgData name="Juan D. Buenaño" userId="bdb98ddcc580e534" providerId="LiveId" clId="{298D9A5E-6FD3-4BBF-B2CF-50C56DF101C3}" dt="2026-05-28T03:16:43.755" v="39" actId="790"/>
          <ac:spMkLst>
            <pc:docMk/>
            <pc:sldMk cId="413570121" sldId="256"/>
            <ac:spMk id="9" creationId="{35B6C42E-AF87-4652-A2B3-7FBAC1C39B20}"/>
          </ac:spMkLst>
        </pc:spChg>
      </pc:sldChg>
      <pc:sldChg chg="modSp mod">
        <pc:chgData name="Juan D. Buenaño" userId="bdb98ddcc580e534" providerId="LiveId" clId="{298D9A5E-6FD3-4BBF-B2CF-50C56DF101C3}" dt="2026-05-28T03:18:49.131" v="51" actId="20577"/>
        <pc:sldMkLst>
          <pc:docMk/>
          <pc:sldMk cId="1471504802" sldId="258"/>
        </pc:sldMkLst>
        <pc:spChg chg="mod">
          <ac:chgData name="Juan D. Buenaño" userId="bdb98ddcc580e534" providerId="LiveId" clId="{298D9A5E-6FD3-4BBF-B2CF-50C56DF101C3}" dt="2026-05-28T03:18:49.131" v="51" actId="20577"/>
          <ac:spMkLst>
            <pc:docMk/>
            <pc:sldMk cId="1471504802" sldId="258"/>
            <ac:spMk id="4" creationId="{D487B868-283F-4D5E-861C-35D2E08FD6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B66A994B-75B8-4D2D-9AB2-32705A2021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85" b="85"/>
          <a:stretch>
            <a:fillRect/>
          </a:stretch>
        </p:blipFill>
        <p:spPr>
          <a:xfrm>
            <a:off x="6286500" y="838200"/>
            <a:ext cx="4953000" cy="27813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5DEE978-9A03-4BF6-9CCE-5CA1AED9AEC8}"/>
              </a:ext>
            </a:extLst>
          </p:cNvPr>
          <p:cNvSpPr>
            <a:spLocks noGrp="1"/>
          </p:cNvSpPr>
          <p:nvPr/>
        </p:nvSpPr>
        <p:spPr>
          <a:xfrm>
            <a:off x="6286500" y="838200"/>
            <a:ext cx="4953000" cy="2781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B324A"/>
            </a:solidFill>
            <a:prstDash val="solid"/>
          </a:ln>
        </p:spPr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rcRect t="53" b="53"/>
          <a:stretch>
            <a:fillRect/>
          </a:stretch>
        </p:blipFill>
        <p:spPr>
          <a:xfrm>
            <a:off x="7239000" y="3676650"/>
            <a:ext cx="4000500" cy="22479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C9C336D-327C-4BDF-8F93-8A39FBF25ED8}"/>
              </a:ext>
            </a:extLst>
          </p:cNvPr>
          <p:cNvSpPr>
            <a:spLocks noGrp="1"/>
          </p:cNvSpPr>
          <p:nvPr/>
        </p:nvSpPr>
        <p:spPr>
          <a:xfrm>
            <a:off x="7239000" y="3676650"/>
            <a:ext cx="40005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B324A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1660CD-3A46-46ED-9961-77FF57E0A846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5000A5-24FE-48A1-A539-2E732F3BA4E9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PROYECTO FINAL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091D61-1BCF-43A1-8397-D0261B890DD6}"/>
              </a:ext>
            </a:extLst>
          </p:cNvPr>
          <p:cNvSpPr>
            <a:spLocks noGrp="1"/>
          </p:cNvSpPr>
          <p:nvPr/>
        </p:nvSpPr>
        <p:spPr>
          <a:xfrm>
            <a:off x="742950" y="1104900"/>
            <a:ext cx="495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EC" dirty="0" err="1"/>
              <a:t>ProyectoName</a:t>
            </a:r>
            <a:endParaRPr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5B6C42E-AF87-4652-A2B3-7FBAC1C39B20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495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Tienda </a:t>
            </a:r>
            <a:r>
              <a:rPr lang="es-ES"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académica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 de </a:t>
            </a:r>
            <a:r>
              <a:rPr sz="1800" b="0" dirty="0" err="1">
                <a:solidFill>
                  <a:srgbClr val="EAF3F4"/>
                </a:solidFill>
                <a:latin typeface="Aptos"/>
                <a:ea typeface="Aptos"/>
                <a:cs typeface="Aptos"/>
              </a:rPr>
              <a:t>videojuegos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 con </a:t>
            </a:r>
            <a:r>
              <a:rPr lang="es-ES"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catalogo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publico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, panel </a:t>
            </a:r>
            <a:r>
              <a:rPr lang="es-MX"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administrativo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 y backend REST.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ED6ADB1-FFCF-4104-BE33-23A8112D7AC8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1524000" cy="323850"/>
          </a:xfrm>
          <a:prstGeom prst="rect">
            <a:avLst/>
          </a:prstGeom>
          <a:solidFill>
            <a:srgbClr val="13334B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9BD9631-D34C-46C5-9716-56DD74754461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3F4"/>
                </a:solidFill>
                <a:latin typeface="Aptos"/>
                <a:ea typeface="Aptos"/>
                <a:cs typeface="Aptos"/>
              </a:rPr>
              <a:t>Juan Buenaño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B13AA8-F0D9-453E-AD43-9D4E097161AA}"/>
              </a:ext>
            </a:extLst>
          </p:cNvPr>
          <p:cNvSpPr>
            <a:spLocks noGrp="1"/>
          </p:cNvSpPr>
          <p:nvPr/>
        </p:nvSpPr>
        <p:spPr>
          <a:xfrm>
            <a:off x="2438400" y="3219450"/>
            <a:ext cx="1428750" cy="323850"/>
          </a:xfrm>
          <a:prstGeom prst="rect">
            <a:avLst/>
          </a:prstGeom>
          <a:solidFill>
            <a:srgbClr val="13334B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7DE0950-64E5-4103-A26F-507BDD6135E1}"/>
              </a:ext>
            </a:extLst>
          </p:cNvPr>
          <p:cNvSpPr>
            <a:spLocks noGrp="1"/>
          </p:cNvSpPr>
          <p:nvPr/>
        </p:nvSpPr>
        <p:spPr>
          <a:xfrm>
            <a:off x="2571750" y="32766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3F4"/>
                </a:solidFill>
                <a:latin typeface="Aptos"/>
                <a:ea typeface="Aptos"/>
                <a:cs typeface="Aptos"/>
              </a:rPr>
              <a:t>Jaime Carriel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4FF00B9-B6D7-4612-B9DC-C625FDB233AE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2362200" cy="323850"/>
          </a:xfrm>
          <a:prstGeom prst="rect">
            <a:avLst/>
          </a:prstGeom>
          <a:solidFill>
            <a:srgbClr val="152B3D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39DF008-12AE-4232-933E-A69202935AFA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Angular + .NET + SQL Server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3B4BB11-A63B-4A61-9618-99D274E80EFC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Borrador para exposicion - SteamClone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75E10A8-A17A-429F-90A9-0AE0060CED0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357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501F2B8-9039-4140-9421-7C8A97B9FF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C"/>
          </a:solidFill>
          <a:ln w="0">
            <a:solidFill>
              <a:srgbClr val="F7FBFC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D0D9BD-0F94-4CB5-9D18-6787A884A688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5440F56-1909-4F20-AA61-DBBC4BFD27BB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214CFB-5A75-410F-B435-256A29CA171D}"/>
              </a:ext>
            </a:extLst>
          </p:cNvPr>
          <p:cNvSpPr>
            <a:spLocks noGrp="1"/>
          </p:cNvSpPr>
          <p:nvPr/>
        </p:nvSpPr>
        <p:spPr>
          <a:xfrm>
            <a:off x="742950" y="857250"/>
            <a:ext cx="5334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28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El reto es mantener una tienda completa,</a:t>
            </a:r>
          </a:p>
          <a:p>
            <a:pPr algn="l">
              <a:defRPr sz="28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no solo mostrar juegos.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A48DE6D-F0E5-40A1-9EA3-35CFF995F971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76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Un catalogo de videojuegos necesita datos comerciales, usuarios, permisos, contenido y actividad de comunidad en un mismo flujo.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B3DB4C-2C65-4B4F-8F3D-DAD52E1EF33C}"/>
              </a:ext>
            </a:extLst>
          </p:cNvPr>
          <p:cNvSpPr>
            <a:spLocks noGrp="1"/>
          </p:cNvSpPr>
          <p:nvPr/>
        </p:nvSpPr>
        <p:spPr>
          <a:xfrm>
            <a:off x="6362700" y="971550"/>
            <a:ext cx="4095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A3F416-6A63-4A5F-839F-77E72CE49877}"/>
              </a:ext>
            </a:extLst>
          </p:cNvPr>
          <p:cNvSpPr>
            <a:spLocks noGrp="1"/>
          </p:cNvSpPr>
          <p:nvPr/>
        </p:nvSpPr>
        <p:spPr>
          <a:xfrm>
            <a:off x="6534150" y="1114425"/>
            <a:ext cx="3752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Visitante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FB0462D-D781-45F9-BE35-C3D5D916D5FB}"/>
              </a:ext>
            </a:extLst>
          </p:cNvPr>
          <p:cNvSpPr>
            <a:spLocks noGrp="1"/>
          </p:cNvSpPr>
          <p:nvPr/>
        </p:nvSpPr>
        <p:spPr>
          <a:xfrm>
            <a:off x="6534150" y="1485900"/>
            <a:ext cx="3752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Quiere descubrir juegos, precios, ofertas y generos sin iniciar sesion.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C8AA1B7-84C4-4A34-B346-DB98AC26AAA9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4095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D17323-80BB-4C87-BA1B-4BF8623E2A87}"/>
              </a:ext>
            </a:extLst>
          </p:cNvPr>
          <p:cNvSpPr>
            <a:spLocks noGrp="1"/>
          </p:cNvSpPr>
          <p:nvPr/>
        </p:nvSpPr>
        <p:spPr>
          <a:xfrm>
            <a:off x="6534150" y="2257425"/>
            <a:ext cx="3752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Admin / Dev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3213493-D60D-4130-A3A9-7EB30A1A3B88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3752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Necesita crear y mantener juegos, maestros, ofertas, logros y DLC.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8ECFFC4-D9F7-4CF2-A18B-96B3B008067E}"/>
              </a:ext>
            </a:extLst>
          </p:cNvPr>
          <p:cNvSpPr>
            <a:spLocks noGrp="1"/>
          </p:cNvSpPr>
          <p:nvPr/>
        </p:nvSpPr>
        <p:spPr>
          <a:xfrm>
            <a:off x="6362700" y="3257550"/>
            <a:ext cx="4095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183E09E-7CC4-4DEA-87F5-3962A0CB7D1D}"/>
              </a:ext>
            </a:extLst>
          </p:cNvPr>
          <p:cNvSpPr>
            <a:spLocks noGrp="1"/>
          </p:cNvSpPr>
          <p:nvPr/>
        </p:nvSpPr>
        <p:spPr>
          <a:xfrm>
            <a:off x="6534150" y="3400425"/>
            <a:ext cx="3752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9C6B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C6B00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06A0E9E-5CE8-4EC4-990A-992E66FD2D12}"/>
              </a:ext>
            </a:extLst>
          </p:cNvPr>
          <p:cNvSpPr>
            <a:spLocks noGrp="1"/>
          </p:cNvSpPr>
          <p:nvPr/>
        </p:nvSpPr>
        <p:spPr>
          <a:xfrm>
            <a:off x="6534150" y="3771900"/>
            <a:ext cx="3752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Requiere wishlist, libreria, reviews, sesiones, amigos y logros.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395118F-F75B-4D95-B955-A1599AB88124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47625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57080BE-9A1C-4891-85E5-298DD15A12B8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4171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Sin una arquitectura ordenada, cada pantalla termina duplicando reglas y cada cambio del catalogo se vuelve costoso.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8C5213B-D44A-4558-B022-9E4778DC4F88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rutas, servicios y controladores del repositorio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A0FA910-43CE-4060-870D-E3880535804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751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6E17458E-A086-4E42-B871-8E69FE930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1ED8254-EC2F-4FA1-9E94-653A1A07400F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4E65BA-17CD-481F-818D-295F1E515887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SOLUCION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487B868-283F-4D5E-861C-35D2E08FD6DE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ES" sz="33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ProyectoName</a:t>
            </a:r>
            <a:r>
              <a:rPr sz="33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3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separa</a:t>
            </a:r>
            <a:r>
              <a:rPr sz="33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la vitrina publica de la </a:t>
            </a:r>
            <a:r>
              <a:rPr sz="33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operacion</a:t>
            </a:r>
            <a:r>
              <a:rPr sz="33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3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privada</a:t>
            </a:r>
            <a:r>
              <a:rPr sz="33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AB42A5-A87A-415F-871C-F2F02C69BCD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38500" cy="3067050"/>
          </a:xfrm>
          <a:prstGeom prst="rect">
            <a:avLst/>
          </a:prstGeom>
          <a:solidFill>
            <a:srgbClr val="0E263C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437A9DE-619B-4BCB-8346-9D1AB889A876}"/>
              </a:ext>
            </a:extLst>
          </p:cNvPr>
          <p:cNvSpPr>
            <a:spLocks noGrp="1"/>
          </p:cNvSpPr>
          <p:nvPr/>
        </p:nvSpPr>
        <p:spPr>
          <a:xfrm>
            <a:off x="10477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Sitio publico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ABD0D5-83A7-4757-8DAD-CF496B9188EF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238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Home comercial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Catalogo filtrable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Quienes somos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Contacto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A9D3ED8-E510-4A09-8ACD-C34F3EFE2D2E}"/>
              </a:ext>
            </a:extLst>
          </p:cNvPr>
          <p:cNvSpPr>
            <a:spLocks noGrp="1"/>
          </p:cNvSpPr>
          <p:nvPr/>
        </p:nvSpPr>
        <p:spPr>
          <a:xfrm>
            <a:off x="1047750" y="4419600"/>
            <a:ext cx="1143000" cy="323850"/>
          </a:xfrm>
          <a:prstGeom prst="rect">
            <a:avLst/>
          </a:prstGeom>
          <a:solidFill>
            <a:srgbClr val="173A53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E3DC4C9-89BB-4104-A1AC-0E8C6517AA0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3F4"/>
                </a:solidFill>
                <a:latin typeface="Aptos"/>
                <a:ea typeface="Aptos"/>
                <a:cs typeface="Aptos"/>
              </a:rPr>
              <a:t>Visitantes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3D3D25-33E4-49AB-8F13-0BC443ACF0C7}"/>
              </a:ext>
            </a:extLst>
          </p:cNvPr>
          <p:cNvSpPr>
            <a:spLocks noGrp="1"/>
          </p:cNvSpPr>
          <p:nvPr/>
        </p:nvSpPr>
        <p:spPr>
          <a:xfrm>
            <a:off x="4476750" y="1905000"/>
            <a:ext cx="3238500" cy="3067050"/>
          </a:xfrm>
          <a:prstGeom prst="rect">
            <a:avLst/>
          </a:prstGeom>
          <a:solidFill>
            <a:srgbClr val="111E32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278A69-C076-4F68-809F-F35A5EAAE02B}"/>
              </a:ext>
            </a:extLst>
          </p:cNvPr>
          <p:cNvSpPr>
            <a:spLocks noGrp="1"/>
          </p:cNvSpPr>
          <p:nvPr/>
        </p:nvSpPr>
        <p:spPr>
          <a:xfrm>
            <a:off x="476250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Panel privado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016B656-7070-4231-9EC2-F2B5682B173C}"/>
              </a:ext>
            </a:extLst>
          </p:cNvPr>
          <p:cNvSpPr>
            <a:spLocks noGrp="1"/>
          </p:cNvSpPr>
          <p:nvPr/>
        </p:nvSpPr>
        <p:spPr>
          <a:xfrm>
            <a:off x="4762500" y="2647950"/>
            <a:ext cx="2476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Catalogo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Maestros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Ofertas, DLC y logros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Roles y permisos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Cuenta y seguridad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3E67603-0C54-4E75-BE73-337BCF216AD1}"/>
              </a:ext>
            </a:extLst>
          </p:cNvPr>
          <p:cNvSpPr>
            <a:spLocks noGrp="1"/>
          </p:cNvSpPr>
          <p:nvPr/>
        </p:nvSpPr>
        <p:spPr>
          <a:xfrm>
            <a:off x="4762500" y="4419600"/>
            <a:ext cx="1657350" cy="323850"/>
          </a:xfrm>
          <a:prstGeom prst="rect">
            <a:avLst/>
          </a:prstGeom>
          <a:solidFill>
            <a:srgbClr val="332033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E267A22-0CCD-4CBE-8A1D-B5D8B1F4F572}"/>
              </a:ext>
            </a:extLst>
          </p:cNvPr>
          <p:cNvSpPr>
            <a:spLocks noGrp="1"/>
          </p:cNvSpPr>
          <p:nvPr/>
        </p:nvSpPr>
        <p:spPr>
          <a:xfrm>
            <a:off x="4895850" y="44767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D6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D6E7"/>
                </a:solidFill>
                <a:latin typeface="Aptos"/>
                <a:ea typeface="Aptos"/>
                <a:cs typeface="Aptos"/>
              </a:rPr>
              <a:t>Admin / Developer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4D01EC2-B1E4-4FCA-8A3E-31A9098854EC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238500" cy="3067050"/>
          </a:xfrm>
          <a:prstGeom prst="rect">
            <a:avLst/>
          </a:prstGeom>
          <a:solidFill>
            <a:srgbClr val="102C2A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6A7668-0B18-4E6D-941E-E6820C587FF3}"/>
              </a:ext>
            </a:extLst>
          </p:cNvPr>
          <p:cNvSpPr>
            <a:spLocks noGrp="1"/>
          </p:cNvSpPr>
          <p:nvPr/>
        </p:nvSpPr>
        <p:spPr>
          <a:xfrm>
            <a:off x="84772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Experiencia jugador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427C378-9AB1-4ED9-8082-0BF82E3D7980}"/>
              </a:ext>
            </a:extLst>
          </p:cNvPr>
          <p:cNvSpPr>
            <a:spLocks noGrp="1"/>
          </p:cNvSpPr>
          <p:nvPr/>
        </p:nvSpPr>
        <p:spPr>
          <a:xfrm>
            <a:off x="8477250" y="2647950"/>
            <a:ext cx="238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Wishlist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Compras / libreria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Reviews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Sesiones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Amigos y logros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AF3B0C2-BFB9-4B6F-8CEB-72800E9E4F4F}"/>
              </a:ext>
            </a:extLst>
          </p:cNvPr>
          <p:cNvSpPr>
            <a:spLocks noGrp="1"/>
          </p:cNvSpPr>
          <p:nvPr/>
        </p:nvSpPr>
        <p:spPr>
          <a:xfrm>
            <a:off x="8477250" y="4419600"/>
            <a:ext cx="1809750" cy="323850"/>
          </a:xfrm>
          <a:prstGeom prst="rect">
            <a:avLst/>
          </a:prstGeom>
          <a:solidFill>
            <a:srgbClr val="26371D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B856B02-40DE-4D88-8B76-C99166EBDAE3}"/>
              </a:ext>
            </a:extLst>
          </p:cNvPr>
          <p:cNvSpPr>
            <a:spLocks noGrp="1"/>
          </p:cNvSpPr>
          <p:nvPr/>
        </p:nvSpPr>
        <p:spPr>
          <a:xfrm>
            <a:off x="8610600" y="44767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E7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7A8"/>
                </a:solidFill>
                <a:latin typeface="Aptos"/>
                <a:ea typeface="Aptos"/>
                <a:cs typeface="Aptos"/>
              </a:rPr>
              <a:t>Usuario autenticado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997E784-4350-47E6-86B3-2C15E1AE6E90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public.routes.ts, admin-dashboard y servicios Angular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B954AEB-5FA4-4536-A466-F87B4528CB1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150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EE4BF8FC-2DA1-4107-BCDD-FE965413E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C"/>
          </a:solidFill>
          <a:ln w="0">
            <a:solidFill>
              <a:srgbClr val="F7FBFC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9E85A3-BA74-474C-9E45-218951AE8083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32A8C8-A1DE-4539-A9D6-C36031AF3494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TECNOLOGIAS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5583E98-035F-49C8-B7C2-31CAB560A287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8858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El stack cubre UI, API, seguridad, persistencia y despliegue.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D90E76C-A29E-45DA-8591-BEFC62A0D929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24003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172C6F-D0DC-4405-AF55-F1FF97A890FA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7CAE51-9C37-434D-9EAB-A7A10F0134B2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5960622-7C99-4B98-AAD8-62FC5D6E3AD8}"/>
              </a:ext>
            </a:extLst>
          </p:cNvPr>
          <p:cNvSpPr>
            <a:spLocks noGrp="1"/>
          </p:cNvSpPr>
          <p:nvPr/>
        </p:nvSpPr>
        <p:spPr>
          <a:xfrm>
            <a:off x="1104900" y="27813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Angular 21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DDF94E-3D9C-4499-95A8-C2C7CA1DD60C}"/>
              </a:ext>
            </a:extLst>
          </p:cNvPr>
          <p:cNvSpPr>
            <a:spLocks noGrp="1"/>
          </p:cNvSpPr>
          <p:nvPr/>
        </p:nvSpPr>
        <p:spPr>
          <a:xfrm>
            <a:off x="971550" y="31432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64F4179-9B2E-43A8-BE8B-4DD744499E75}"/>
              </a:ext>
            </a:extLst>
          </p:cNvPr>
          <p:cNvSpPr>
            <a:spLocks noGrp="1"/>
          </p:cNvSpPr>
          <p:nvPr/>
        </p:nvSpPr>
        <p:spPr>
          <a:xfrm>
            <a:off x="1104900" y="32004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Angular Material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C1E39D-840F-42F4-AB90-9F5E49907312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4BEBB3-6DBC-4901-BF79-1406986E07A5}"/>
              </a:ext>
            </a:extLst>
          </p:cNvPr>
          <p:cNvSpPr>
            <a:spLocks noGrp="1"/>
          </p:cNvSpPr>
          <p:nvPr/>
        </p:nvSpPr>
        <p:spPr>
          <a:xfrm>
            <a:off x="1104900" y="36195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TypeScript 5.9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C2D1A0-74DE-42DD-9051-70042BBCD0A6}"/>
              </a:ext>
            </a:extLst>
          </p:cNvPr>
          <p:cNvSpPr>
            <a:spLocks noGrp="1"/>
          </p:cNvSpPr>
          <p:nvPr/>
        </p:nvSpPr>
        <p:spPr>
          <a:xfrm>
            <a:off x="971550" y="39814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A201F6-5117-4440-A5C7-9C3A36259DB3}"/>
              </a:ext>
            </a:extLst>
          </p:cNvPr>
          <p:cNvSpPr>
            <a:spLocks noGrp="1"/>
          </p:cNvSpPr>
          <p:nvPr/>
        </p:nvSpPr>
        <p:spPr>
          <a:xfrm>
            <a:off x="1104900" y="40386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RxJS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E09FC6D-FE9C-4EF4-84E1-8337E80B09AC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2311C3-A04E-4ACD-9E2C-B96EEC13407E}"/>
              </a:ext>
            </a:extLst>
          </p:cNvPr>
          <p:cNvSpPr>
            <a:spLocks noGrp="1"/>
          </p:cNvSpPr>
          <p:nvPr/>
        </p:nvSpPr>
        <p:spPr>
          <a:xfrm>
            <a:off x="1104900" y="44577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Vitest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D16FA3-8A88-4D53-BD25-A7C21972B861}"/>
              </a:ext>
            </a:extLst>
          </p:cNvPr>
          <p:cNvSpPr>
            <a:spLocks noGrp="1"/>
          </p:cNvSpPr>
          <p:nvPr/>
        </p:nvSpPr>
        <p:spPr>
          <a:xfrm>
            <a:off x="3543300" y="1943100"/>
            <a:ext cx="24003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031CB08-3F66-48D1-A548-89C065920A9A}"/>
              </a:ext>
            </a:extLst>
          </p:cNvPr>
          <p:cNvSpPr>
            <a:spLocks noGrp="1"/>
          </p:cNvSpPr>
          <p:nvPr/>
        </p:nvSpPr>
        <p:spPr>
          <a:xfrm>
            <a:off x="3752850" y="217170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AC3EE2C-8473-4C73-9F41-FCD1319D9E9A}"/>
              </a:ext>
            </a:extLst>
          </p:cNvPr>
          <p:cNvSpPr>
            <a:spLocks noGrp="1"/>
          </p:cNvSpPr>
          <p:nvPr/>
        </p:nvSpPr>
        <p:spPr>
          <a:xfrm>
            <a:off x="3752850" y="27241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66DAB6E-3029-4C06-9121-01641F3E2428}"/>
              </a:ext>
            </a:extLst>
          </p:cNvPr>
          <p:cNvSpPr>
            <a:spLocks noGrp="1"/>
          </p:cNvSpPr>
          <p:nvPr/>
        </p:nvSpPr>
        <p:spPr>
          <a:xfrm>
            <a:off x="3886200" y="27813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ASP.NET Core .NET 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A517A80-3273-4972-AEEE-443DFD0855C8}"/>
              </a:ext>
            </a:extLst>
          </p:cNvPr>
          <p:cNvSpPr>
            <a:spLocks noGrp="1"/>
          </p:cNvSpPr>
          <p:nvPr/>
        </p:nvSpPr>
        <p:spPr>
          <a:xfrm>
            <a:off x="3752850" y="31432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9AE2CAB-8D04-4AA7-B9AD-4FE23AFC810E}"/>
              </a:ext>
            </a:extLst>
          </p:cNvPr>
          <p:cNvSpPr>
            <a:spLocks noGrp="1"/>
          </p:cNvSpPr>
          <p:nvPr/>
        </p:nvSpPr>
        <p:spPr>
          <a:xfrm>
            <a:off x="3886200" y="32004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API REST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34DA0ED-2D84-45BD-AC1F-57BB4EAF9659}"/>
              </a:ext>
            </a:extLst>
          </p:cNvPr>
          <p:cNvSpPr>
            <a:spLocks noGrp="1"/>
          </p:cNvSpPr>
          <p:nvPr/>
        </p:nvSpPr>
        <p:spPr>
          <a:xfrm>
            <a:off x="3752850" y="35623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EA2176B-CD09-4C9A-8819-3C581A301BD8}"/>
              </a:ext>
            </a:extLst>
          </p:cNvPr>
          <p:cNvSpPr>
            <a:spLocks noGrp="1"/>
          </p:cNvSpPr>
          <p:nvPr/>
        </p:nvSpPr>
        <p:spPr>
          <a:xfrm>
            <a:off x="3886200" y="36195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JWT Bearer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3E7E2FF-3EC7-409B-A4ED-06D533E62FBB}"/>
              </a:ext>
            </a:extLst>
          </p:cNvPr>
          <p:cNvSpPr>
            <a:spLocks noGrp="1"/>
          </p:cNvSpPr>
          <p:nvPr/>
        </p:nvSpPr>
        <p:spPr>
          <a:xfrm>
            <a:off x="3752850" y="39814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95D13E1-D506-4E9F-A52C-EA3C0ED56399}"/>
              </a:ext>
            </a:extLst>
          </p:cNvPr>
          <p:cNvSpPr>
            <a:spLocks noGrp="1"/>
          </p:cNvSpPr>
          <p:nvPr/>
        </p:nvSpPr>
        <p:spPr>
          <a:xfrm>
            <a:off x="3886200" y="40386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Serilog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A4AEABA-2E07-47CE-8CBB-9E934D4B5FAC}"/>
              </a:ext>
            </a:extLst>
          </p:cNvPr>
          <p:cNvSpPr>
            <a:spLocks noGrp="1"/>
          </p:cNvSpPr>
          <p:nvPr/>
        </p:nvSpPr>
        <p:spPr>
          <a:xfrm>
            <a:off x="3752850" y="44005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B18429A-F8DA-464C-9BA4-6BB544EA9A15}"/>
              </a:ext>
            </a:extLst>
          </p:cNvPr>
          <p:cNvSpPr>
            <a:spLocks noGrp="1"/>
          </p:cNvSpPr>
          <p:nvPr/>
        </p:nvSpPr>
        <p:spPr>
          <a:xfrm>
            <a:off x="3886200" y="44577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Scalar / OpenAPI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BD61990-650E-4E5A-A113-9333C757AF40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24003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F102FF8-A36E-42A6-8B0B-A257EDD12678}"/>
              </a:ext>
            </a:extLst>
          </p:cNvPr>
          <p:cNvSpPr>
            <a:spLocks noGrp="1"/>
          </p:cNvSpPr>
          <p:nvPr/>
        </p:nvSpPr>
        <p:spPr>
          <a:xfrm>
            <a:off x="6534150" y="217170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9C6B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C6B00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B15F92A-925D-4A78-8F14-BDB4137E7F74}"/>
              </a:ext>
            </a:extLst>
          </p:cNvPr>
          <p:cNvSpPr>
            <a:spLocks noGrp="1"/>
          </p:cNvSpPr>
          <p:nvPr/>
        </p:nvSpPr>
        <p:spPr>
          <a:xfrm>
            <a:off x="6534150" y="27241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725FBA3-A308-47C0-AECF-64DF27511D21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SQL Server 2022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F07BC33-7350-4246-9112-A07941DA6EAD}"/>
              </a:ext>
            </a:extLst>
          </p:cNvPr>
          <p:cNvSpPr>
            <a:spLocks noGrp="1"/>
          </p:cNvSpPr>
          <p:nvPr/>
        </p:nvSpPr>
        <p:spPr>
          <a:xfrm>
            <a:off x="6534150" y="31432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A2D3480-3A74-4315-8B71-174C7573E756}"/>
              </a:ext>
            </a:extLst>
          </p:cNvPr>
          <p:cNvSpPr>
            <a:spLocks noGrp="1"/>
          </p:cNvSpPr>
          <p:nvPr/>
        </p:nvSpPr>
        <p:spPr>
          <a:xfrm>
            <a:off x="6667500" y="32004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Entity Framework Core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11A8925-2F13-43D0-BA62-4CC699A1E252}"/>
              </a:ext>
            </a:extLst>
          </p:cNvPr>
          <p:cNvSpPr>
            <a:spLocks noGrp="1"/>
          </p:cNvSpPr>
          <p:nvPr/>
        </p:nvSpPr>
        <p:spPr>
          <a:xfrm>
            <a:off x="6534150" y="35623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55EF7D7-7881-4D73-AA83-65452379AB9E}"/>
              </a:ext>
            </a:extLst>
          </p:cNvPr>
          <p:cNvSpPr>
            <a:spLocks noGrp="1"/>
          </p:cNvSpPr>
          <p:nvPr/>
        </p:nvSpPr>
        <p:spPr>
          <a:xfrm>
            <a:off x="6667500" y="36195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SteamContext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54456D9-AFA6-4E3F-8327-14E0F3CF4B82}"/>
              </a:ext>
            </a:extLst>
          </p:cNvPr>
          <p:cNvSpPr>
            <a:spLocks noGrp="1"/>
          </p:cNvSpPr>
          <p:nvPr/>
        </p:nvSpPr>
        <p:spPr>
          <a:xfrm>
            <a:off x="6534150" y="39814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6E72C18-CCAE-40F2-B26F-95F9FF24653B}"/>
              </a:ext>
            </a:extLst>
          </p:cNvPr>
          <p:cNvSpPr>
            <a:spLocks noGrp="1"/>
          </p:cNvSpPr>
          <p:nvPr/>
        </p:nvSpPr>
        <p:spPr>
          <a:xfrm>
            <a:off x="6667500" y="40386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Unit of Work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AD72171-F0BB-40F4-88BD-9EE92E5FCA40}"/>
              </a:ext>
            </a:extLst>
          </p:cNvPr>
          <p:cNvSpPr>
            <a:spLocks noGrp="1"/>
          </p:cNvSpPr>
          <p:nvPr/>
        </p:nvSpPr>
        <p:spPr>
          <a:xfrm>
            <a:off x="6534150" y="44005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3D5FD89-878B-4F2D-A8DC-AFFF9C524217}"/>
              </a:ext>
            </a:extLst>
          </p:cNvPr>
          <p:cNvSpPr>
            <a:spLocks noGrp="1"/>
          </p:cNvSpPr>
          <p:nvPr/>
        </p:nvSpPr>
        <p:spPr>
          <a:xfrm>
            <a:off x="6667500" y="44577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Repositories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9B6D813-BE9D-44FC-8F85-59A1D7E84EE7}"/>
              </a:ext>
            </a:extLst>
          </p:cNvPr>
          <p:cNvSpPr>
            <a:spLocks noGrp="1"/>
          </p:cNvSpPr>
          <p:nvPr/>
        </p:nvSpPr>
        <p:spPr>
          <a:xfrm>
            <a:off x="9105900" y="1943100"/>
            <a:ext cx="24003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906FF58-B075-4D2A-B943-CA41D7DAB61F}"/>
              </a:ext>
            </a:extLst>
          </p:cNvPr>
          <p:cNvSpPr>
            <a:spLocks noGrp="1"/>
          </p:cNvSpPr>
          <p:nvPr/>
        </p:nvSpPr>
        <p:spPr>
          <a:xfrm>
            <a:off x="9315450" y="217170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365DC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65DCC"/>
                </a:solidFill>
                <a:latin typeface="Aptos"/>
                <a:ea typeface="Aptos"/>
                <a:cs typeface="Aptos"/>
              </a:rPr>
              <a:t>Infra / Demo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F50CA27-7D99-4B58-9339-B9EE6A007F61}"/>
              </a:ext>
            </a:extLst>
          </p:cNvPr>
          <p:cNvSpPr>
            <a:spLocks noGrp="1"/>
          </p:cNvSpPr>
          <p:nvPr/>
        </p:nvSpPr>
        <p:spPr>
          <a:xfrm>
            <a:off x="9315450" y="27241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DE510CF-4203-490D-8C2F-E625269DFEEA}"/>
              </a:ext>
            </a:extLst>
          </p:cNvPr>
          <p:cNvSpPr>
            <a:spLocks noGrp="1"/>
          </p:cNvSpPr>
          <p:nvPr/>
        </p:nvSpPr>
        <p:spPr>
          <a:xfrm>
            <a:off x="9448800" y="27813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30546B1-927E-4066-8D0B-106DC8AACFFA}"/>
              </a:ext>
            </a:extLst>
          </p:cNvPr>
          <p:cNvSpPr>
            <a:spLocks noGrp="1"/>
          </p:cNvSpPr>
          <p:nvPr/>
        </p:nvSpPr>
        <p:spPr>
          <a:xfrm>
            <a:off x="9315450" y="31432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E145A82-1C7E-47B0-A7FB-6246793BF3E7}"/>
              </a:ext>
            </a:extLst>
          </p:cNvPr>
          <p:cNvSpPr>
            <a:spLocks noGrp="1"/>
          </p:cNvSpPr>
          <p:nvPr/>
        </p:nvSpPr>
        <p:spPr>
          <a:xfrm>
            <a:off x="9448800" y="32004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Render config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C796D0E5-FB4D-466E-9D26-6FDC89A5D1F6}"/>
              </a:ext>
            </a:extLst>
          </p:cNvPr>
          <p:cNvSpPr>
            <a:spLocks noGrp="1"/>
          </p:cNvSpPr>
          <p:nvPr/>
        </p:nvSpPr>
        <p:spPr>
          <a:xfrm>
            <a:off x="9315450" y="35623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27A0765A-E7A1-4AC8-A899-04E28781A6C5}"/>
              </a:ext>
            </a:extLst>
          </p:cNvPr>
          <p:cNvSpPr>
            <a:spLocks noGrp="1"/>
          </p:cNvSpPr>
          <p:nvPr/>
        </p:nvSpPr>
        <p:spPr>
          <a:xfrm>
            <a:off x="9448800" y="36195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CORS localhost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949B0FB-2180-4D18-A15E-B0D88C163029}"/>
              </a:ext>
            </a:extLst>
          </p:cNvPr>
          <p:cNvSpPr>
            <a:spLocks noGrp="1"/>
          </p:cNvSpPr>
          <p:nvPr/>
        </p:nvSpPr>
        <p:spPr>
          <a:xfrm>
            <a:off x="9315450" y="39814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C3435888-3E61-4B8A-88EF-6A0ABF52CC70}"/>
              </a:ext>
            </a:extLst>
          </p:cNvPr>
          <p:cNvSpPr>
            <a:spLocks noGrp="1"/>
          </p:cNvSpPr>
          <p:nvPr/>
        </p:nvSpPr>
        <p:spPr>
          <a:xfrm>
            <a:off x="9448800" y="40386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SMTP / Brevo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4C5EF040-5576-4236-83CF-AC415D74BA00}"/>
              </a:ext>
            </a:extLst>
          </p:cNvPr>
          <p:cNvSpPr>
            <a:spLocks noGrp="1"/>
          </p:cNvSpPr>
          <p:nvPr/>
        </p:nvSpPr>
        <p:spPr>
          <a:xfrm>
            <a:off x="9315450" y="44005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D87A8306-BF42-43A4-8C46-DB288B0B914B}"/>
              </a:ext>
            </a:extLst>
          </p:cNvPr>
          <p:cNvSpPr>
            <a:spLocks noGrp="1"/>
          </p:cNvSpPr>
          <p:nvPr/>
        </p:nvSpPr>
        <p:spPr>
          <a:xfrm>
            <a:off x="9448800" y="44577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Postman collection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4DB00F0-EF7B-429C-BBFA-2ADFA7CA8D8A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package.json, csproj, Program.cs, render.yaml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20A089CE-0348-49AE-B3E4-C0579142A2A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459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74682692-471B-4971-9053-84E811B6FC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51D084F-FAB2-484D-B73C-625A1A7BB219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D38432-4672-4223-9246-F528C81C62C2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5FAC9B0-425B-47F7-A470-29DFAE712943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8382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Angular consume una API por capas antes de llegar a SQL Server.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EB5146B-EDCE-452D-8730-782464B52C9B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1809750" cy="952500"/>
          </a:xfrm>
          <a:prstGeom prst="rect">
            <a:avLst/>
          </a:prstGeom>
          <a:solidFill>
            <a:srgbClr val="12304A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C108FB-CD09-405A-9666-6197116DD489}"/>
              </a:ext>
            </a:extLst>
          </p:cNvPr>
          <p:cNvSpPr>
            <a:spLocks noGrp="1"/>
          </p:cNvSpPr>
          <p:nvPr/>
        </p:nvSpPr>
        <p:spPr>
          <a:xfrm>
            <a:off x="914400" y="2533650"/>
            <a:ext cx="1504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Angular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Standalone components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 UI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2F99DEE-042B-42D0-8745-97F3BA4E87E1}"/>
              </a:ext>
            </a:extLst>
          </p:cNvPr>
          <p:cNvSpPr>
            <a:spLocks noGrp="1"/>
          </p:cNvSpPr>
          <p:nvPr/>
        </p:nvSpPr>
        <p:spPr>
          <a:xfrm>
            <a:off x="2571750" y="2895600"/>
            <a:ext cx="55245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3613423-5AD5-4773-8D49-B62F18553D99}"/>
              </a:ext>
            </a:extLst>
          </p:cNvPr>
          <p:cNvSpPr>
            <a:spLocks noGrp="1"/>
          </p:cNvSpPr>
          <p:nvPr/>
        </p:nvSpPr>
        <p:spPr>
          <a:xfrm>
            <a:off x="3028950" y="27813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E52B96-8BB9-4B12-A8A8-230F844F441E}"/>
              </a:ext>
            </a:extLst>
          </p:cNvPr>
          <p:cNvSpPr>
            <a:spLocks noGrp="1"/>
          </p:cNvSpPr>
          <p:nvPr/>
        </p:nvSpPr>
        <p:spPr>
          <a:xfrm>
            <a:off x="3143250" y="2419350"/>
            <a:ext cx="1714500" cy="952500"/>
          </a:xfrm>
          <a:prstGeom prst="rect">
            <a:avLst/>
          </a:prstGeom>
          <a:solidFill>
            <a:srgbClr val="10283F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81C50C0-D273-458C-9FC9-AB9CFC676C08}"/>
              </a:ext>
            </a:extLst>
          </p:cNvPr>
          <p:cNvSpPr>
            <a:spLocks noGrp="1"/>
          </p:cNvSpPr>
          <p:nvPr/>
        </p:nvSpPr>
        <p:spPr>
          <a:xfrm>
            <a:off x="3295650" y="2533650"/>
            <a:ext cx="1409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HttpClient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 guard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JWT storage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AEBF85-11F4-4CEB-9B06-352145D6C449}"/>
              </a:ext>
            </a:extLst>
          </p:cNvPr>
          <p:cNvSpPr>
            <a:spLocks noGrp="1"/>
          </p:cNvSpPr>
          <p:nvPr/>
        </p:nvSpPr>
        <p:spPr>
          <a:xfrm>
            <a:off x="4857750" y="2895600"/>
            <a:ext cx="55245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0A6BC3-4069-422F-ADB4-C1FC1948B59A}"/>
              </a:ext>
            </a:extLst>
          </p:cNvPr>
          <p:cNvSpPr>
            <a:spLocks noGrp="1"/>
          </p:cNvSpPr>
          <p:nvPr/>
        </p:nvSpPr>
        <p:spPr>
          <a:xfrm>
            <a:off x="5314950" y="27813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8CEE5-E949-4878-BD36-CE5714073180}"/>
              </a:ext>
            </a:extLst>
          </p:cNvPr>
          <p:cNvSpPr>
            <a:spLocks noGrp="1"/>
          </p:cNvSpPr>
          <p:nvPr/>
        </p:nvSpPr>
        <p:spPr>
          <a:xfrm>
            <a:off x="5429250" y="2419350"/>
            <a:ext cx="1809750" cy="952500"/>
          </a:xfrm>
          <a:prstGeom prst="rect">
            <a:avLst/>
          </a:prstGeom>
          <a:solidFill>
            <a:srgbClr val="11213A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310033-0A78-44A1-8C56-608E82282866}"/>
              </a:ext>
            </a:extLst>
          </p:cNvPr>
          <p:cNvSpPr>
            <a:spLocks noGrp="1"/>
          </p:cNvSpPr>
          <p:nvPr/>
        </p:nvSpPr>
        <p:spPr>
          <a:xfrm>
            <a:off x="5581650" y="2533650"/>
            <a:ext cx="1504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ASP.NET Core API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Controllers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A4D637D-E69D-4211-B82A-E450F39066D7}"/>
              </a:ext>
            </a:extLst>
          </p:cNvPr>
          <p:cNvSpPr>
            <a:spLocks noGrp="1"/>
          </p:cNvSpPr>
          <p:nvPr/>
        </p:nvSpPr>
        <p:spPr>
          <a:xfrm>
            <a:off x="7239000" y="2895600"/>
            <a:ext cx="55245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D26731E-A2B6-4C27-BD18-2FA9CDB74592}"/>
              </a:ext>
            </a:extLst>
          </p:cNvPr>
          <p:cNvSpPr>
            <a:spLocks noGrp="1"/>
          </p:cNvSpPr>
          <p:nvPr/>
        </p:nvSpPr>
        <p:spPr>
          <a:xfrm>
            <a:off x="7696200" y="27813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FA27CBD-BE53-49E9-B39A-DB72D3053BBA}"/>
              </a:ext>
            </a:extLst>
          </p:cNvPr>
          <p:cNvSpPr>
            <a:spLocks noGrp="1"/>
          </p:cNvSpPr>
          <p:nvPr/>
        </p:nvSpPr>
        <p:spPr>
          <a:xfrm>
            <a:off x="7810500" y="2419350"/>
            <a:ext cx="1619250" cy="952500"/>
          </a:xfrm>
          <a:prstGeom prst="rect">
            <a:avLst/>
          </a:prstGeom>
          <a:solidFill>
            <a:srgbClr val="102C2A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E4B2812-B447-4A2D-94CE-723085CF1BB8}"/>
              </a:ext>
            </a:extLst>
          </p:cNvPr>
          <p:cNvSpPr>
            <a:spLocks noGrp="1"/>
          </p:cNvSpPr>
          <p:nvPr/>
        </p:nvSpPr>
        <p:spPr>
          <a:xfrm>
            <a:off x="7962900" y="25336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Services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3CCF7E1-528C-4C70-9B43-C386BE3BB646}"/>
              </a:ext>
            </a:extLst>
          </p:cNvPr>
          <p:cNvSpPr>
            <a:spLocks noGrp="1"/>
          </p:cNvSpPr>
          <p:nvPr/>
        </p:nvSpPr>
        <p:spPr>
          <a:xfrm>
            <a:off x="9429750" y="2895600"/>
            <a:ext cx="55245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0D1E458-4568-42BC-982E-02E8AFEA133A}"/>
              </a:ext>
            </a:extLst>
          </p:cNvPr>
          <p:cNvSpPr>
            <a:spLocks noGrp="1"/>
          </p:cNvSpPr>
          <p:nvPr/>
        </p:nvSpPr>
        <p:spPr>
          <a:xfrm>
            <a:off x="9886950" y="27813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85E1BF-E1E3-475D-BFD6-CBFDB218B764}"/>
              </a:ext>
            </a:extLst>
          </p:cNvPr>
          <p:cNvSpPr>
            <a:spLocks noGrp="1"/>
          </p:cNvSpPr>
          <p:nvPr/>
        </p:nvSpPr>
        <p:spPr>
          <a:xfrm>
            <a:off x="10001250" y="2419350"/>
            <a:ext cx="1619250" cy="952500"/>
          </a:xfrm>
          <a:prstGeom prst="rect">
            <a:avLst/>
          </a:prstGeom>
          <a:solidFill>
            <a:srgbClr val="2F2715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933A1A0-9659-42A1-A31B-DAEDB4633FA7}"/>
              </a:ext>
            </a:extLst>
          </p:cNvPr>
          <p:cNvSpPr>
            <a:spLocks noGrp="1"/>
          </p:cNvSpPr>
          <p:nvPr/>
        </p:nvSpPr>
        <p:spPr>
          <a:xfrm>
            <a:off x="10153650" y="25336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Domain + EF Core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SteamContext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Entities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D11D720-CFC5-4A7A-919F-9AEA5B9FE3BA}"/>
              </a:ext>
            </a:extLst>
          </p:cNvPr>
          <p:cNvSpPr>
            <a:spLocks noGrp="1"/>
          </p:cNvSpPr>
          <p:nvPr/>
        </p:nvSpPr>
        <p:spPr>
          <a:xfrm>
            <a:off x="10810875" y="3371850"/>
            <a:ext cx="19050" cy="5334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AF517A2-A00D-4259-B9FE-FDE3C37CD9DB}"/>
              </a:ext>
            </a:extLst>
          </p:cNvPr>
          <p:cNvSpPr>
            <a:spLocks noGrp="1"/>
          </p:cNvSpPr>
          <p:nvPr/>
        </p:nvSpPr>
        <p:spPr>
          <a:xfrm>
            <a:off x="10715625" y="37909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10A72A0-271C-4EE1-ADD6-C0AF171DA183}"/>
              </a:ext>
            </a:extLst>
          </p:cNvPr>
          <p:cNvSpPr>
            <a:spLocks noGrp="1"/>
          </p:cNvSpPr>
          <p:nvPr/>
        </p:nvSpPr>
        <p:spPr>
          <a:xfrm>
            <a:off x="9944100" y="3943350"/>
            <a:ext cx="1752600" cy="666750"/>
          </a:xfrm>
          <a:prstGeom prst="rect">
            <a:avLst/>
          </a:prstGeom>
          <a:solidFill>
            <a:srgbClr val="372714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39A987-C1E8-403C-A2ED-879EDFE20757}"/>
              </a:ext>
            </a:extLst>
          </p:cNvPr>
          <p:cNvSpPr>
            <a:spLocks noGrp="1"/>
          </p:cNvSpPr>
          <p:nvPr/>
        </p:nvSpPr>
        <p:spPr>
          <a:xfrm>
            <a:off x="10096500" y="405765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E5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E5A3"/>
                </a:solidFill>
                <a:latin typeface="Aptos"/>
                <a:ea typeface="Aptos"/>
                <a:cs typeface="Aptos"/>
              </a:rPr>
              <a:t>SQL Server 2022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6C98CE0-9D4D-4985-954D-10FBCFAC46E3}"/>
              </a:ext>
            </a:extLst>
          </p:cNvPr>
          <p:cNvSpPr>
            <a:spLocks noGrp="1"/>
          </p:cNvSpPr>
          <p:nvPr/>
        </p:nvSpPr>
        <p:spPr>
          <a:xfrm>
            <a:off x="1047750" y="4362450"/>
            <a:ext cx="7715250" cy="723900"/>
          </a:xfrm>
          <a:prstGeom prst="rect">
            <a:avLst/>
          </a:prstGeom>
          <a:solidFill>
            <a:srgbClr val="0B1E32"/>
          </a:solidFill>
          <a:ln w="9525">
            <a:solidFill>
              <a:srgbClr val="28445E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A043E2C-17A1-4D66-BA25-92783275A784}"/>
              </a:ext>
            </a:extLst>
          </p:cNvPr>
          <p:cNvSpPr>
            <a:spLocks noGrp="1"/>
          </p:cNvSpPr>
          <p:nvPr/>
        </p:nvSpPr>
        <p:spPr>
          <a:xfrm>
            <a:off x="1276350" y="457200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Servicios transversales: autenticacion JWT, roles/permisos, Serilog, SMTP/Brevo, OpenAPI/Scalar y manejo de errores.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9487B24-260F-44B8-A47A-54564FFD22E4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Program.cs, ServiceCollectionExtension.cs y estructura de proyectos .NET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F03942B-4FBB-4AD7-8522-AB1730B8606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017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2">
            <a:extLst>
              <a:ext uri="{FF2B5EF4-FFF2-40B4-BE49-F238E27FC236}">
                <a16:creationId xmlns:a16="http://schemas.microsoft.com/office/drawing/2014/main" id="{1B49C9C6-10EF-4BEF-9BC2-2576F4EA30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C"/>
          </a:solidFill>
          <a:ln w="0">
            <a:solidFill>
              <a:srgbClr val="F7FBFC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1A19F0-8DF5-4D49-9F58-754E74710AA8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62D60E-93FA-4215-8D37-2CCD2D50C436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DOMINIO Y API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8C288DA-7576-4D9E-A5A7-CBFF0285E7A6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El modelo cubre catalogo, seguridad y actividad del jugador.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385F084-73C0-4E07-86F9-588FD2EADA4C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8E0305D-FE83-41CD-A14D-FC0545F9C6B4}"/>
              </a:ext>
            </a:extLst>
          </p:cNvPr>
          <p:cNvSpPr>
            <a:spLocks noGrp="1"/>
          </p:cNvSpPr>
          <p:nvPr/>
        </p:nvSpPr>
        <p:spPr>
          <a:xfrm>
            <a:off x="10096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Catalogo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538988-23F5-476A-B4F2-398406CC7EEA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0CFCEB-ADB5-4887-99D4-57EB1CDDDC0F}"/>
              </a:ext>
            </a:extLst>
          </p:cNvPr>
          <p:cNvSpPr>
            <a:spLocks noGrp="1"/>
          </p:cNvSpPr>
          <p:nvPr/>
        </p:nvSpPr>
        <p:spPr>
          <a:xfrm>
            <a:off x="114300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Games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7AD2C0-FAB3-4C45-BA0D-13DB7234A402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70B30D-22EB-498E-AF9C-8FEE479A3090}"/>
              </a:ext>
            </a:extLst>
          </p:cNvPr>
          <p:cNvSpPr>
            <a:spLocks noGrp="1"/>
          </p:cNvSpPr>
          <p:nvPr/>
        </p:nvSpPr>
        <p:spPr>
          <a:xfrm>
            <a:off x="253365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Genres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144108B-FA10-47C3-A53D-078B4750E2B3}"/>
              </a:ext>
            </a:extLst>
          </p:cNvPr>
          <p:cNvSpPr>
            <a:spLocks noGrp="1"/>
          </p:cNvSpPr>
          <p:nvPr/>
        </p:nvSpPr>
        <p:spPr>
          <a:xfrm>
            <a:off x="100965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0540267-D5BF-48B9-A4C3-8BB131D27C21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7B10B8A-639B-487E-B44E-56CC70CAEF95}"/>
              </a:ext>
            </a:extLst>
          </p:cNvPr>
          <p:cNvSpPr>
            <a:spLocks noGrp="1"/>
          </p:cNvSpPr>
          <p:nvPr/>
        </p:nvSpPr>
        <p:spPr>
          <a:xfrm>
            <a:off x="240030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B18CCCF-E101-44AF-8683-E8B62E7A58F7}"/>
              </a:ext>
            </a:extLst>
          </p:cNvPr>
          <p:cNvSpPr>
            <a:spLocks noGrp="1"/>
          </p:cNvSpPr>
          <p:nvPr/>
        </p:nvSpPr>
        <p:spPr>
          <a:xfrm>
            <a:off x="253365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Publishers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82D5A6E-06B2-4543-9F46-E555435A4DBA}"/>
              </a:ext>
            </a:extLst>
          </p:cNvPr>
          <p:cNvSpPr>
            <a:spLocks noGrp="1"/>
          </p:cNvSpPr>
          <p:nvPr/>
        </p:nvSpPr>
        <p:spPr>
          <a:xfrm>
            <a:off x="100965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C845BE5-C8F1-49B6-BEFE-358D5DED8545}"/>
              </a:ext>
            </a:extLst>
          </p:cNvPr>
          <p:cNvSpPr>
            <a:spLocks noGrp="1"/>
          </p:cNvSpPr>
          <p:nvPr/>
        </p:nvSpPr>
        <p:spPr>
          <a:xfrm>
            <a:off x="114300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Offers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778045B-1A54-426C-A207-CF28CBCF84BF}"/>
              </a:ext>
            </a:extLst>
          </p:cNvPr>
          <p:cNvSpPr>
            <a:spLocks noGrp="1"/>
          </p:cNvSpPr>
          <p:nvPr/>
        </p:nvSpPr>
        <p:spPr>
          <a:xfrm>
            <a:off x="240030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0236ABF-682A-46E7-8A14-A9A7FAF512DB}"/>
              </a:ext>
            </a:extLst>
          </p:cNvPr>
          <p:cNvSpPr>
            <a:spLocks noGrp="1"/>
          </p:cNvSpPr>
          <p:nvPr/>
        </p:nvSpPr>
        <p:spPr>
          <a:xfrm>
            <a:off x="253365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DLC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CD0AE62-28CA-4A99-B560-3AC263E66CBF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B0991D5-2682-41AE-8FB8-3FC611B44370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Achievements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D027DCF-AFC3-44B9-BDB0-8BE9D81C1C00}"/>
              </a:ext>
            </a:extLst>
          </p:cNvPr>
          <p:cNvSpPr>
            <a:spLocks noGrp="1"/>
          </p:cNvSpPr>
          <p:nvPr/>
        </p:nvSpPr>
        <p:spPr>
          <a:xfrm>
            <a:off x="4457700" y="190500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A95C8E3-A529-449A-AC8F-69C141BABC24}"/>
              </a:ext>
            </a:extLst>
          </p:cNvPr>
          <p:cNvSpPr>
            <a:spLocks noGrp="1"/>
          </p:cNvSpPr>
          <p:nvPr/>
        </p:nvSpPr>
        <p:spPr>
          <a:xfrm>
            <a:off x="46672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Usuarios y acceso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02D07DB-202D-49EB-AF07-87E5021439E2}"/>
              </a:ext>
            </a:extLst>
          </p:cNvPr>
          <p:cNvSpPr>
            <a:spLocks noGrp="1"/>
          </p:cNvSpPr>
          <p:nvPr/>
        </p:nvSpPr>
        <p:spPr>
          <a:xfrm>
            <a:off x="466725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928C4AB-EFEA-4F7A-9C92-A2E5A67CC474}"/>
              </a:ext>
            </a:extLst>
          </p:cNvPr>
          <p:cNvSpPr>
            <a:spLocks noGrp="1"/>
          </p:cNvSpPr>
          <p:nvPr/>
        </p:nvSpPr>
        <p:spPr>
          <a:xfrm>
            <a:off x="480060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036E74C-C5E1-4045-AC94-9DD2323C833E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59200DA-2043-445B-8318-84073ED1D21A}"/>
              </a:ext>
            </a:extLst>
          </p:cNvPr>
          <p:cNvSpPr>
            <a:spLocks noGrp="1"/>
          </p:cNvSpPr>
          <p:nvPr/>
        </p:nvSpPr>
        <p:spPr>
          <a:xfrm>
            <a:off x="619125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A47B923-B2CE-430C-8D32-64E578B2DCF6}"/>
              </a:ext>
            </a:extLst>
          </p:cNvPr>
          <p:cNvSpPr>
            <a:spLocks noGrp="1"/>
          </p:cNvSpPr>
          <p:nvPr/>
        </p:nvSpPr>
        <p:spPr>
          <a:xfrm>
            <a:off x="466725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7A41B3-904A-4592-919C-B4CA45B41BC2}"/>
              </a:ext>
            </a:extLst>
          </p:cNvPr>
          <p:cNvSpPr>
            <a:spLocks noGrp="1"/>
          </p:cNvSpPr>
          <p:nvPr/>
        </p:nvSpPr>
        <p:spPr>
          <a:xfrm>
            <a:off x="480060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6028078-F0E7-4EEE-B91E-1B3D4F818F2B}"/>
              </a:ext>
            </a:extLst>
          </p:cNvPr>
          <p:cNvSpPr>
            <a:spLocks noGrp="1"/>
          </p:cNvSpPr>
          <p:nvPr/>
        </p:nvSpPr>
        <p:spPr>
          <a:xfrm>
            <a:off x="605790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8BCE8DC-5FA3-4074-A773-0BA2267E3E5B}"/>
              </a:ext>
            </a:extLst>
          </p:cNvPr>
          <p:cNvSpPr>
            <a:spLocks noGrp="1"/>
          </p:cNvSpPr>
          <p:nvPr/>
        </p:nvSpPr>
        <p:spPr>
          <a:xfrm>
            <a:off x="619125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UserRoles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F6FD6BC-97B2-4CAB-81BF-ED0229E8B508}"/>
              </a:ext>
            </a:extLst>
          </p:cNvPr>
          <p:cNvSpPr>
            <a:spLocks noGrp="1"/>
          </p:cNvSpPr>
          <p:nvPr/>
        </p:nvSpPr>
        <p:spPr>
          <a:xfrm>
            <a:off x="466725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5179155-BC5F-40A7-BE11-5447EB62DE69}"/>
              </a:ext>
            </a:extLst>
          </p:cNvPr>
          <p:cNvSpPr>
            <a:spLocks noGrp="1"/>
          </p:cNvSpPr>
          <p:nvPr/>
        </p:nvSpPr>
        <p:spPr>
          <a:xfrm>
            <a:off x="480060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6F31132-17EB-4E6A-A56E-687AA3F2F7F8}"/>
              </a:ext>
            </a:extLst>
          </p:cNvPr>
          <p:cNvSpPr>
            <a:spLocks noGrp="1"/>
          </p:cNvSpPr>
          <p:nvPr/>
        </p:nvSpPr>
        <p:spPr>
          <a:xfrm>
            <a:off x="605790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77C8E75-798B-4F82-8B16-E08C652A9ADA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EmailTemplates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F906166-8675-4DFD-8C02-C5A57D368074}"/>
              </a:ext>
            </a:extLst>
          </p:cNvPr>
          <p:cNvSpPr>
            <a:spLocks noGrp="1"/>
          </p:cNvSpPr>
          <p:nvPr/>
        </p:nvSpPr>
        <p:spPr>
          <a:xfrm>
            <a:off x="8115300" y="190500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E7706565-4429-42CC-81CA-78D6F1747356}"/>
              </a:ext>
            </a:extLst>
          </p:cNvPr>
          <p:cNvSpPr>
            <a:spLocks noGrp="1"/>
          </p:cNvSpPr>
          <p:nvPr/>
        </p:nvSpPr>
        <p:spPr>
          <a:xfrm>
            <a:off x="83248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9C6B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C6B00"/>
                </a:solidFill>
                <a:latin typeface="Aptos"/>
                <a:ea typeface="Aptos"/>
                <a:cs typeface="Aptos"/>
              </a:rPr>
              <a:t>Comunidad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F0AF4E4-B94A-4C4F-87E6-5D31568672FE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851C209-ECA5-4B7D-9AEB-A0628EB63103}"/>
              </a:ext>
            </a:extLst>
          </p:cNvPr>
          <p:cNvSpPr>
            <a:spLocks noGrp="1"/>
          </p:cNvSpPr>
          <p:nvPr/>
        </p:nvSpPr>
        <p:spPr>
          <a:xfrm>
            <a:off x="845820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Wishlist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2E06D94-E296-43C8-B11C-5C51F557D60F}"/>
              </a:ext>
            </a:extLst>
          </p:cNvPr>
          <p:cNvSpPr>
            <a:spLocks noGrp="1"/>
          </p:cNvSpPr>
          <p:nvPr/>
        </p:nvSpPr>
        <p:spPr>
          <a:xfrm>
            <a:off x="971550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1F9F6BF-BA66-40C4-B48D-5997350EFF7B}"/>
              </a:ext>
            </a:extLst>
          </p:cNvPr>
          <p:cNvSpPr>
            <a:spLocks noGrp="1"/>
          </p:cNvSpPr>
          <p:nvPr/>
        </p:nvSpPr>
        <p:spPr>
          <a:xfrm>
            <a:off x="984885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Library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7E0A282-D2FD-447B-85D1-FD21632EB053}"/>
              </a:ext>
            </a:extLst>
          </p:cNvPr>
          <p:cNvSpPr>
            <a:spLocks noGrp="1"/>
          </p:cNvSpPr>
          <p:nvPr/>
        </p:nvSpPr>
        <p:spPr>
          <a:xfrm>
            <a:off x="832485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8A3AA61-A90D-41CE-BCE3-F3EB32FA2860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1BB65DA8-53CB-4C5E-B4C6-F1053CFBFA80}"/>
              </a:ext>
            </a:extLst>
          </p:cNvPr>
          <p:cNvSpPr>
            <a:spLocks noGrp="1"/>
          </p:cNvSpPr>
          <p:nvPr/>
        </p:nvSpPr>
        <p:spPr>
          <a:xfrm>
            <a:off x="971550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C268DCEE-1E95-4B5C-8C7F-66FE65096F92}"/>
              </a:ext>
            </a:extLst>
          </p:cNvPr>
          <p:cNvSpPr>
            <a:spLocks noGrp="1"/>
          </p:cNvSpPr>
          <p:nvPr/>
        </p:nvSpPr>
        <p:spPr>
          <a:xfrm>
            <a:off x="984885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ReviewAnswers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95EC47AD-A286-4A4C-9AA0-F5D2898A9F81}"/>
              </a:ext>
            </a:extLst>
          </p:cNvPr>
          <p:cNvSpPr>
            <a:spLocks noGrp="1"/>
          </p:cNvSpPr>
          <p:nvPr/>
        </p:nvSpPr>
        <p:spPr>
          <a:xfrm>
            <a:off x="832485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DD7CCD54-A7BF-4E87-B50D-4E9DF856AEC9}"/>
              </a:ext>
            </a:extLst>
          </p:cNvPr>
          <p:cNvSpPr>
            <a:spLocks noGrp="1"/>
          </p:cNvSpPr>
          <p:nvPr/>
        </p:nvSpPr>
        <p:spPr>
          <a:xfrm>
            <a:off x="845820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Friends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9A99234-9C1B-4ABE-873B-2C57EEF87291}"/>
              </a:ext>
            </a:extLst>
          </p:cNvPr>
          <p:cNvSpPr>
            <a:spLocks noGrp="1"/>
          </p:cNvSpPr>
          <p:nvPr/>
        </p:nvSpPr>
        <p:spPr>
          <a:xfrm>
            <a:off x="971550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9AA121A8-487B-4B47-A588-658F10E57FC7}"/>
              </a:ext>
            </a:extLst>
          </p:cNvPr>
          <p:cNvSpPr>
            <a:spLocks noGrp="1"/>
          </p:cNvSpPr>
          <p:nvPr/>
        </p:nvSpPr>
        <p:spPr>
          <a:xfrm>
            <a:off x="984885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UserAchievements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3505794-9106-4B67-9783-A0553C90ED8A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9867900" cy="666750"/>
          </a:xfrm>
          <a:prstGeom prst="rect">
            <a:avLst/>
          </a:prstGeom>
          <a:solidFill>
            <a:srgbClr val="0B1E32"/>
          </a:solidFill>
          <a:ln w="9525">
            <a:solidFill>
              <a:srgbClr val="25435A"/>
            </a:solidFill>
            <a:prstDash val="solid"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B275FDBC-54CD-445E-98DC-84D49CF5CF0E}"/>
              </a:ext>
            </a:extLst>
          </p:cNvPr>
          <p:cNvSpPr>
            <a:spLocks noGrp="1"/>
          </p:cNvSpPr>
          <p:nvPr/>
        </p:nvSpPr>
        <p:spPr>
          <a:xfrm>
            <a:off x="1257300" y="5162550"/>
            <a:ext cx="937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Endpoints principales: Auth, Games, Developers, Publishers, Genres, Wishlist, Library, Reviews, Sessions, Friends, Roles y User.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FA6475A4-E163-4108-86F8-8EDEED5B749F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SteamContext y controllers del backend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7307021-1623-4607-AF8F-D73D15EDCB3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636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65C15712-37D9-494C-BAB0-67D6EF0425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52498C-F20D-4274-8EAB-DB3BCCD4B42B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38A83F-BC33-4926-8F4F-0DE54E2C679F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CAPTURAS PUBLICAS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ED51426-4345-4030-924B-BE3D11F724A0}"/>
              </a:ext>
            </a:extLst>
          </p:cNvPr>
          <p:cNvSpPr>
            <a:spLocks noGrp="1"/>
          </p:cNvSpPr>
          <p:nvPr/>
        </p:nvSpPr>
        <p:spPr>
          <a:xfrm>
            <a:off x="742950" y="781050"/>
            <a:ext cx="8096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vitrina publica ya comunica identidad, catalogo y navegacion.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rcRect l="83" r="83"/>
          <a:stretch>
            <a:fillRect/>
          </a:stretch>
        </p:blipFill>
        <p:spPr>
          <a:xfrm>
            <a:off x="685800" y="1733550"/>
            <a:ext cx="5105400" cy="28765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6877608-0144-48BA-BBAB-B8B835D7BD71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510540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9445C"/>
            </a:solidFill>
            <a:prstDash val="solid"/>
          </a:ln>
        </p:spPr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rcRect l="83" r="83"/>
          <a:stretch>
            <a:fillRect/>
          </a:stretch>
        </p:blipFill>
        <p:spPr>
          <a:xfrm>
            <a:off x="6400800" y="1733550"/>
            <a:ext cx="5105400" cy="28765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38A4714-C16F-4B58-9F28-96028E512C30}"/>
              </a:ext>
            </a:extLst>
          </p:cNvPr>
          <p:cNvSpPr>
            <a:spLocks noGrp="1"/>
          </p:cNvSpPr>
          <p:nvPr/>
        </p:nvSpPr>
        <p:spPr>
          <a:xfrm>
            <a:off x="6400800" y="1733550"/>
            <a:ext cx="510540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A99CD83-1340-4E4D-ABCA-D9B3FBB93852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5105400" cy="609600"/>
          </a:xfrm>
          <a:prstGeom prst="rect">
            <a:avLst/>
          </a:prstGeom>
          <a:solidFill>
            <a:srgbClr val="0B1E32"/>
          </a:solidFill>
          <a:ln w="9525">
            <a:solidFill>
              <a:srgbClr val="243E55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9E638D1-CC0C-4D6E-AFA9-961F3D7AD936}"/>
              </a:ext>
            </a:extLst>
          </p:cNvPr>
          <p:cNvSpPr>
            <a:spLocks noGrp="1"/>
          </p:cNvSpPr>
          <p:nvPr/>
        </p:nvSpPr>
        <p:spPr>
          <a:xfrm>
            <a:off x="914400" y="5076825"/>
            <a:ext cx="464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Inicio: propuesta rapida, CTA hacia juegos y acceso al panel privado.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A74F9C-4AA3-4845-9CEE-79C6CF431412}"/>
              </a:ext>
            </a:extLst>
          </p:cNvPr>
          <p:cNvSpPr>
            <a:spLocks noGrp="1"/>
          </p:cNvSpPr>
          <p:nvPr/>
        </p:nvSpPr>
        <p:spPr>
          <a:xfrm>
            <a:off x="6400800" y="4876800"/>
            <a:ext cx="5105400" cy="609600"/>
          </a:xfrm>
          <a:prstGeom prst="rect">
            <a:avLst/>
          </a:prstGeom>
          <a:solidFill>
            <a:srgbClr val="0B1E32"/>
          </a:solidFill>
          <a:ln w="9525">
            <a:solidFill>
              <a:srgbClr val="243E55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4815180-786F-468B-A641-6C67115B912F}"/>
              </a:ext>
            </a:extLst>
          </p:cNvPr>
          <p:cNvSpPr>
            <a:spLocks noGrp="1"/>
          </p:cNvSpPr>
          <p:nvPr/>
        </p:nvSpPr>
        <p:spPr>
          <a:xfrm>
            <a:off x="6629400" y="5029200"/>
            <a:ext cx="464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Catalogo: filtros por categoria y fallback cuando la API local esta apagada.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1FB5FE-6013-4E93-A12C-0BB7540327CB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3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3A8"/>
                </a:solidFill>
                <a:latin typeface="Aptos"/>
                <a:ea typeface="Aptos"/>
                <a:cs typeface="Aptos"/>
              </a:rPr>
              <a:t>Capturas locales del frontend Angular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7CC2E4E-5922-4695-A4D0-9F8CD714603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948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F7FC97FC-0DA2-4C31-A3DC-F83F623553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C"/>
          </a:solidFill>
          <a:ln w="0">
            <a:solidFill>
              <a:srgbClr val="F7FBFC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32F7C49-B618-4815-8688-2E62DA0214DF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5026EA9-BE3C-4291-B97E-10BBADA78C89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ACCESO Y EQUIPO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2F13720-AFD3-44B6-8272-820AD1B59C05}"/>
              </a:ext>
            </a:extLst>
          </p:cNvPr>
          <p:cNvSpPr>
            <a:spLocks noGrp="1"/>
          </p:cNvSpPr>
          <p:nvPr/>
        </p:nvSpPr>
        <p:spPr>
          <a:xfrm>
            <a:off x="742950" y="781050"/>
            <a:ext cx="8096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00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El flujo privado inicia con login y se apoya en roles del equipo.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rcRect l="83" r="83"/>
          <a:stretch>
            <a:fillRect/>
          </a:stretch>
        </p:blipFill>
        <p:spPr>
          <a:xfrm>
            <a:off x="704850" y="1752600"/>
            <a:ext cx="5105400" cy="28765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9166FE9-5EAA-4F4C-961F-4D7739BA0424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510540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1DEE5"/>
            </a:solidFill>
            <a:prstDash val="solid"/>
          </a:ln>
        </p:spPr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rcRect l="83" r="83"/>
          <a:stretch>
            <a:fillRect/>
          </a:stretch>
        </p:blipFill>
        <p:spPr>
          <a:xfrm>
            <a:off x="6381750" y="1752600"/>
            <a:ext cx="5105400" cy="28765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612DAD7-E0D1-481E-8ED6-284F51B48AA7}"/>
              </a:ext>
            </a:extLst>
          </p:cNvPr>
          <p:cNvSpPr>
            <a:spLocks noGrp="1"/>
          </p:cNvSpPr>
          <p:nvPr/>
        </p:nvSpPr>
        <p:spPr>
          <a:xfrm>
            <a:off x="6381750" y="1752600"/>
            <a:ext cx="510540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1DEE5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EA7FC3C-CF2E-4563-9F1D-B06DDAE57017}"/>
              </a:ext>
            </a:extLst>
          </p:cNvPr>
          <p:cNvSpPr>
            <a:spLocks noGrp="1"/>
          </p:cNvSpPr>
          <p:nvPr/>
        </p:nvSpPr>
        <p:spPr>
          <a:xfrm>
            <a:off x="704850" y="4895850"/>
            <a:ext cx="51054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4DD9FBD-F687-4C57-8152-881FFA921F64}"/>
              </a:ext>
            </a:extLst>
          </p:cNvPr>
          <p:cNvSpPr>
            <a:spLocks noGrp="1"/>
          </p:cNvSpPr>
          <p:nvPr/>
        </p:nvSpPr>
        <p:spPr>
          <a:xfrm>
            <a:off x="933450" y="5057775"/>
            <a:ext cx="4629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724"/>
                </a:solidFill>
                <a:latin typeface="Aptos"/>
                <a:ea typeface="Aptos"/>
                <a:cs typeface="Aptos"/>
              </a:rPr>
              <a:t>Login: punto de entrada al panel administrativo con credencial inicial de demo.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1BFC13D-6DBF-45F7-A8DE-63CE3DBCEE3B}"/>
              </a:ext>
            </a:extLst>
          </p:cNvPr>
          <p:cNvSpPr>
            <a:spLocks noGrp="1"/>
          </p:cNvSpPr>
          <p:nvPr/>
        </p:nvSpPr>
        <p:spPr>
          <a:xfrm>
            <a:off x="6381750" y="4895850"/>
            <a:ext cx="51054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C221F82-4486-4E58-95CC-5328E4CC95EA}"/>
              </a:ext>
            </a:extLst>
          </p:cNvPr>
          <p:cNvSpPr>
            <a:spLocks noGrp="1"/>
          </p:cNvSpPr>
          <p:nvPr/>
        </p:nvSpPr>
        <p:spPr>
          <a:xfrm>
            <a:off x="6610350" y="5057775"/>
            <a:ext cx="4629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724"/>
                </a:solidFill>
                <a:latin typeface="Aptos"/>
                <a:ea typeface="Aptos"/>
                <a:cs typeface="Aptos"/>
              </a:rPr>
              <a:t>Quienes somos: espacio para cerrar nombres, roles y responsabilidades antes de exponer.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9EA1D42-3E1F-4736-948A-B8AD8E2C6CAB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3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3A8"/>
                </a:solidFill>
                <a:latin typeface="Aptos"/>
                <a:ea typeface="Aptos"/>
                <a:cs typeface="Aptos"/>
              </a:rPr>
              <a:t>Capturas locales del frontend Angular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672732A-45C2-4536-8DF9-A2EA81A03FD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7697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40E057B5-4F95-428E-A2F2-E3D177AE26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38C661-4DE4-4E98-B179-154E9F5FE26A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6CDAF4-AC86-46D6-BFCF-21B9247C875A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FLUJO DE DEMO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9B0CB31-26BC-469D-A806-68EAA041D83B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exposicion puede contarse como un recorrido de usuario completo.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6391F5D-E3EE-49AB-A662-CEE8C4211E2F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752600" cy="1619250"/>
          </a:xfrm>
          <a:prstGeom prst="rect">
            <a:avLst/>
          </a:prstGeom>
          <a:solidFill>
            <a:srgbClr val="0E263C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2A9DCAF-DE6A-4721-B0AA-9A8812C66C0B}"/>
              </a:ext>
            </a:extLst>
          </p:cNvPr>
          <p:cNvSpPr>
            <a:spLocks noGrp="1"/>
          </p:cNvSpPr>
          <p:nvPr/>
        </p:nvSpPr>
        <p:spPr>
          <a:xfrm>
            <a:off x="990600" y="245745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45EAE2-D13A-4D47-924F-F30B8DBDFC60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Visitante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19009F-9B0C-4B70-BB28-39A80F4C34B7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1333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9E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3C7"/>
                </a:solidFill>
                <a:latin typeface="Aptos"/>
                <a:ea typeface="Aptos"/>
                <a:cs typeface="Aptos"/>
              </a:rPr>
              <a:t>Inicio y catalogo publico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0250142-1C66-4358-BB71-8DDB0C247912}"/>
              </a:ext>
            </a:extLst>
          </p:cNvPr>
          <p:cNvSpPr>
            <a:spLocks noGrp="1"/>
          </p:cNvSpPr>
          <p:nvPr/>
        </p:nvSpPr>
        <p:spPr>
          <a:xfrm>
            <a:off x="2552700" y="3086100"/>
            <a:ext cx="34290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43A43A-F06D-4534-825F-260860F83956}"/>
              </a:ext>
            </a:extLst>
          </p:cNvPr>
          <p:cNvSpPr>
            <a:spLocks noGrp="1"/>
          </p:cNvSpPr>
          <p:nvPr/>
        </p:nvSpPr>
        <p:spPr>
          <a:xfrm>
            <a:off x="2800350" y="29718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2A8FDD6-4A5D-49DD-B72B-1D5ECFD75ABE}"/>
              </a:ext>
            </a:extLst>
          </p:cNvPr>
          <p:cNvSpPr>
            <a:spLocks noGrp="1"/>
          </p:cNvSpPr>
          <p:nvPr/>
        </p:nvSpPr>
        <p:spPr>
          <a:xfrm>
            <a:off x="3009900" y="2266950"/>
            <a:ext cx="1752600" cy="1619250"/>
          </a:xfrm>
          <a:prstGeom prst="rect">
            <a:avLst/>
          </a:prstGeom>
          <a:solidFill>
            <a:srgbClr val="102C2A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78E5E8-4F18-4BDC-8057-5EC9132A3924}"/>
              </a:ext>
            </a:extLst>
          </p:cNvPr>
          <p:cNvSpPr>
            <a:spLocks noGrp="1"/>
          </p:cNvSpPr>
          <p:nvPr/>
        </p:nvSpPr>
        <p:spPr>
          <a:xfrm>
            <a:off x="3200400" y="245745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8D9729-558E-445D-B348-3CCD55197621}"/>
              </a:ext>
            </a:extLst>
          </p:cNvPr>
          <p:cNvSpPr>
            <a:spLocks noGrp="1"/>
          </p:cNvSpPr>
          <p:nvPr/>
        </p:nvSpPr>
        <p:spPr>
          <a:xfrm>
            <a:off x="3200400" y="28003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Busqueda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5C4D56F-4901-4782-BDD2-485EB0627B86}"/>
              </a:ext>
            </a:extLst>
          </p:cNvPr>
          <p:cNvSpPr>
            <a:spLocks noGrp="1"/>
          </p:cNvSpPr>
          <p:nvPr/>
        </p:nvSpPr>
        <p:spPr>
          <a:xfrm>
            <a:off x="3200400" y="3219450"/>
            <a:ext cx="1333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9E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3C7"/>
                </a:solidFill>
                <a:latin typeface="Aptos"/>
                <a:ea typeface="Aptos"/>
                <a:cs typeface="Aptos"/>
              </a:rPr>
              <a:t>Filtros por generos y juegos destacados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0F5BACA-B7EB-404F-BD7B-8D78D93A3364}"/>
              </a:ext>
            </a:extLst>
          </p:cNvPr>
          <p:cNvSpPr>
            <a:spLocks noGrp="1"/>
          </p:cNvSpPr>
          <p:nvPr/>
        </p:nvSpPr>
        <p:spPr>
          <a:xfrm>
            <a:off x="4762500" y="3086100"/>
            <a:ext cx="342900" cy="1905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6F15631-4212-402B-91BB-2CD56CA21589}"/>
              </a:ext>
            </a:extLst>
          </p:cNvPr>
          <p:cNvSpPr>
            <a:spLocks noGrp="1"/>
          </p:cNvSpPr>
          <p:nvPr/>
        </p:nvSpPr>
        <p:spPr>
          <a:xfrm>
            <a:off x="5010150" y="29718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A8412BA-436A-4319-8F71-A6D76D525AF0}"/>
              </a:ext>
            </a:extLst>
          </p:cNvPr>
          <p:cNvSpPr>
            <a:spLocks noGrp="1"/>
          </p:cNvSpPr>
          <p:nvPr/>
        </p:nvSpPr>
        <p:spPr>
          <a:xfrm>
            <a:off x="5219700" y="2266950"/>
            <a:ext cx="1752600" cy="1619250"/>
          </a:xfrm>
          <a:prstGeom prst="rect">
            <a:avLst/>
          </a:prstGeom>
          <a:solidFill>
            <a:srgbClr val="0E263C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41DC2FB-BF41-4051-83CD-0C31B12CFE1D}"/>
              </a:ext>
            </a:extLst>
          </p:cNvPr>
          <p:cNvSpPr>
            <a:spLocks noGrp="1"/>
          </p:cNvSpPr>
          <p:nvPr/>
        </p:nvSpPr>
        <p:spPr>
          <a:xfrm>
            <a:off x="5410200" y="245745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4B4C25B-092F-4343-8790-E042F8D66043}"/>
              </a:ext>
            </a:extLst>
          </p:cNvPr>
          <p:cNvSpPr>
            <a:spLocks noGrp="1"/>
          </p:cNvSpPr>
          <p:nvPr/>
        </p:nvSpPr>
        <p:spPr>
          <a:xfrm>
            <a:off x="5410200" y="28003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2241E2B-E66B-4F82-97BE-AC147A7E0866}"/>
              </a:ext>
            </a:extLst>
          </p:cNvPr>
          <p:cNvSpPr>
            <a:spLocks noGrp="1"/>
          </p:cNvSpPr>
          <p:nvPr/>
        </p:nvSpPr>
        <p:spPr>
          <a:xfrm>
            <a:off x="5410200" y="3219450"/>
            <a:ext cx="1333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9E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3C7"/>
                </a:solidFill>
                <a:latin typeface="Aptos"/>
                <a:ea typeface="Aptos"/>
                <a:cs typeface="Aptos"/>
              </a:rPr>
              <a:t>Autenticacion JWT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99A93B9-2E2B-4ACB-9BB8-71D1F8C1AAAA}"/>
              </a:ext>
            </a:extLst>
          </p:cNvPr>
          <p:cNvSpPr>
            <a:spLocks noGrp="1"/>
          </p:cNvSpPr>
          <p:nvPr/>
        </p:nvSpPr>
        <p:spPr>
          <a:xfrm>
            <a:off x="6972300" y="3086100"/>
            <a:ext cx="34290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37EF45D-F376-4A08-9D4F-2FF5A9908A77}"/>
              </a:ext>
            </a:extLst>
          </p:cNvPr>
          <p:cNvSpPr>
            <a:spLocks noGrp="1"/>
          </p:cNvSpPr>
          <p:nvPr/>
        </p:nvSpPr>
        <p:spPr>
          <a:xfrm>
            <a:off x="7219950" y="29718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F505564-1D91-4126-B614-9E3A2BC6A59B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1752600" cy="1619250"/>
          </a:xfrm>
          <a:prstGeom prst="rect">
            <a:avLst/>
          </a:prstGeom>
          <a:solidFill>
            <a:srgbClr val="102C2A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70702E4-0FB3-449B-A635-8D15DFD41F58}"/>
              </a:ext>
            </a:extLst>
          </p:cNvPr>
          <p:cNvSpPr>
            <a:spLocks noGrp="1"/>
          </p:cNvSpPr>
          <p:nvPr/>
        </p:nvSpPr>
        <p:spPr>
          <a:xfrm>
            <a:off x="7620000" y="245745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AB13786-7C86-47AE-B252-70A099AE3D8A}"/>
              </a:ext>
            </a:extLst>
          </p:cNvPr>
          <p:cNvSpPr>
            <a:spLocks noGrp="1"/>
          </p:cNvSpPr>
          <p:nvPr/>
        </p:nvSpPr>
        <p:spPr>
          <a:xfrm>
            <a:off x="7620000" y="28003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A8646F1-9720-4008-AB30-8E85A5744001}"/>
              </a:ext>
            </a:extLst>
          </p:cNvPr>
          <p:cNvSpPr>
            <a:spLocks noGrp="1"/>
          </p:cNvSpPr>
          <p:nvPr/>
        </p:nvSpPr>
        <p:spPr>
          <a:xfrm>
            <a:off x="7620000" y="3219450"/>
            <a:ext cx="1333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9E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3C7"/>
                </a:solidFill>
                <a:latin typeface="Aptos"/>
                <a:ea typeface="Aptos"/>
                <a:cs typeface="Aptos"/>
              </a:rPr>
              <a:t>Gestion de catalogo y maestros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CF0A59C-AF69-4707-A4E4-3BBDF4EF6B47}"/>
              </a:ext>
            </a:extLst>
          </p:cNvPr>
          <p:cNvSpPr>
            <a:spLocks noGrp="1"/>
          </p:cNvSpPr>
          <p:nvPr/>
        </p:nvSpPr>
        <p:spPr>
          <a:xfrm>
            <a:off x="9182100" y="3086100"/>
            <a:ext cx="34290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D244672-2A46-4733-AED8-8D6587A3F744}"/>
              </a:ext>
            </a:extLst>
          </p:cNvPr>
          <p:cNvSpPr>
            <a:spLocks noGrp="1"/>
          </p:cNvSpPr>
          <p:nvPr/>
        </p:nvSpPr>
        <p:spPr>
          <a:xfrm>
            <a:off x="9429750" y="29718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17CD392-B468-4637-9CB0-426CC7689DB8}"/>
              </a:ext>
            </a:extLst>
          </p:cNvPr>
          <p:cNvSpPr>
            <a:spLocks noGrp="1"/>
          </p:cNvSpPr>
          <p:nvPr/>
        </p:nvSpPr>
        <p:spPr>
          <a:xfrm>
            <a:off x="9639300" y="2266950"/>
            <a:ext cx="1752600" cy="1619250"/>
          </a:xfrm>
          <a:prstGeom prst="rect">
            <a:avLst/>
          </a:prstGeom>
          <a:solidFill>
            <a:srgbClr val="0E263C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8415B91-F2C6-480D-96A6-B064D7A59916}"/>
              </a:ext>
            </a:extLst>
          </p:cNvPr>
          <p:cNvSpPr>
            <a:spLocks noGrp="1"/>
          </p:cNvSpPr>
          <p:nvPr/>
        </p:nvSpPr>
        <p:spPr>
          <a:xfrm>
            <a:off x="9829800" y="245745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791FA32-63EF-4BB8-BFDF-3C0CE0661BDE}"/>
              </a:ext>
            </a:extLst>
          </p:cNvPr>
          <p:cNvSpPr>
            <a:spLocks noGrp="1"/>
          </p:cNvSpPr>
          <p:nvPr/>
        </p:nvSpPr>
        <p:spPr>
          <a:xfrm>
            <a:off x="9829800" y="28003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1FDE35B-F034-43FC-A16B-0FC8549A5083}"/>
              </a:ext>
            </a:extLst>
          </p:cNvPr>
          <p:cNvSpPr>
            <a:spLocks noGrp="1"/>
          </p:cNvSpPr>
          <p:nvPr/>
        </p:nvSpPr>
        <p:spPr>
          <a:xfrm>
            <a:off x="9829800" y="3219450"/>
            <a:ext cx="1333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9E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3C7"/>
                </a:solidFill>
                <a:latin typeface="Aptos"/>
                <a:ea typeface="Aptos"/>
                <a:cs typeface="Aptos"/>
              </a:rPr>
              <a:t>Wishlist, libreria, reviews y sesiones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16EA343-DFD8-4418-9394-950945B74FAF}"/>
              </a:ext>
            </a:extLst>
          </p:cNvPr>
          <p:cNvSpPr>
            <a:spLocks noGrp="1"/>
          </p:cNvSpPr>
          <p:nvPr/>
        </p:nvSpPr>
        <p:spPr>
          <a:xfrm>
            <a:off x="1600200" y="4629150"/>
            <a:ext cx="8991600" cy="685800"/>
          </a:xfrm>
          <a:prstGeom prst="rect">
            <a:avLst/>
          </a:prstGeom>
          <a:solidFill>
            <a:srgbClr val="111E32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15EF20D-B4DB-4B13-8B1F-CA0DAC124DA6}"/>
              </a:ext>
            </a:extLst>
          </p:cNvPr>
          <p:cNvSpPr>
            <a:spLocks noGrp="1"/>
          </p:cNvSpPr>
          <p:nvPr/>
        </p:nvSpPr>
        <p:spPr>
          <a:xfrm>
            <a:off x="1752600" y="4743450"/>
            <a:ext cx="8686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3F4"/>
                </a:solidFill>
                <a:latin typeface="Aptos"/>
                <a:ea typeface="Aptos"/>
                <a:cs typeface="Aptos"/>
              </a:rPr>
              <a:t>Cierre sugerido: mostrar que cada pantalla tiene respaldo en servicios, endpoints y entidades del dominio.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F66CE1C-47F1-4E15-8782-A031E9ECD1EA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flujo funcional del frontend y endpoints del backend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4A2516D3-5586-405F-831D-1ECF00CD6CA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3459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B30457ED-DEDE-4ACC-90BA-E0F6FFDBFE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C"/>
          </a:solidFill>
          <a:ln w="0">
            <a:solidFill>
              <a:srgbClr val="F7FBFC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F8F6A2A-F64F-4814-B7DF-98512128AF9B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A82CFF9-AAB5-46D7-8FC8-A823FB2A0EE8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A98AA3-9F32-4F96-BA22-29532E036DBD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8382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El proyecto deja una base full stack lista para defender y mejorar.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23FD59-7C54-461D-8B3A-EAFB595A0D8C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4953000" cy="3105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EEDAAC-0FE4-4A95-BFF4-F6C2465D7BBF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950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Logrado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21290CD-7B9B-4865-91DE-B64B0AAA6805}"/>
              </a:ext>
            </a:extLst>
          </p:cNvPr>
          <p:cNvSpPr>
            <a:spLocks noGrp="1"/>
          </p:cNvSpPr>
          <p:nvPr/>
        </p:nvSpPr>
        <p:spPr>
          <a:xfrm>
            <a:off x="1200150" y="27813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724"/>
                </a:solidFill>
                <a:latin typeface="Aptos"/>
                <a:ea typeface="Aptos"/>
                <a:cs typeface="Aptos"/>
              </a:rPr>
              <a:t>1. Frontend Angular con pantallas publicas y panel privado.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A965489-FF1F-48AA-86AE-62A2A428B0A4}"/>
              </a:ext>
            </a:extLst>
          </p:cNvPr>
          <p:cNvSpPr>
            <a:spLocks noGrp="1"/>
          </p:cNvSpPr>
          <p:nvPr/>
        </p:nvSpPr>
        <p:spPr>
          <a:xfrm>
            <a:off x="1200150" y="32385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724"/>
                </a:solidFill>
                <a:latin typeface="Aptos"/>
                <a:ea typeface="Aptos"/>
                <a:cs typeface="Aptos"/>
              </a:rPr>
              <a:t>2. API ASP.NET Core organizada por controladores y servicios.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C4ED416-5484-46CE-A5A7-DC5BD269FAA8}"/>
              </a:ext>
            </a:extLst>
          </p:cNvPr>
          <p:cNvSpPr>
            <a:spLocks noGrp="1"/>
          </p:cNvSpPr>
          <p:nvPr/>
        </p:nvSpPr>
        <p:spPr>
          <a:xfrm>
            <a:off x="1200150" y="36957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724"/>
                </a:solidFill>
                <a:latin typeface="Aptos"/>
                <a:ea typeface="Aptos"/>
                <a:cs typeface="Aptos"/>
              </a:rPr>
              <a:t>3. Modelo SQL Server para catalogo, usuarios, roles y comunidad.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45CA89-9FE1-47B4-AFFB-C7BDC67EA280}"/>
              </a:ext>
            </a:extLst>
          </p:cNvPr>
          <p:cNvSpPr>
            <a:spLocks noGrp="1"/>
          </p:cNvSpPr>
          <p:nvPr/>
        </p:nvSpPr>
        <p:spPr>
          <a:xfrm>
            <a:off x="1200150" y="41529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724"/>
                </a:solidFill>
                <a:latin typeface="Aptos"/>
                <a:ea typeface="Aptos"/>
                <a:cs typeface="Aptos"/>
              </a:rPr>
              <a:t>4. Autenticacion JWT, permisos, logs, SMTP y OpenAPI/Scalar.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FA33332-F169-4BB7-AB86-0D8F3A4319DD}"/>
              </a:ext>
            </a:extLst>
          </p:cNvPr>
          <p:cNvSpPr>
            <a:spLocks noGrp="1"/>
          </p:cNvSpPr>
          <p:nvPr/>
        </p:nvSpPr>
        <p:spPr>
          <a:xfrm>
            <a:off x="6400800" y="1943100"/>
            <a:ext cx="4953000" cy="3105150"/>
          </a:xfrm>
          <a:prstGeom prst="rect">
            <a:avLst/>
          </a:prstGeom>
          <a:solidFill>
            <a:srgbClr val="0B1E32"/>
          </a:solidFill>
          <a:ln w="9525">
            <a:solidFill>
              <a:srgbClr val="28445E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906B5CB-6158-4D85-86FF-D9687F061F9A}"/>
              </a:ext>
            </a:extLst>
          </p:cNvPr>
          <p:cNvSpPr>
            <a:spLocks noGrp="1"/>
          </p:cNvSpPr>
          <p:nvPr/>
        </p:nvSpPr>
        <p:spPr>
          <a:xfrm>
            <a:off x="6705600" y="21907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9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Siguiente iteracion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A60FA20-1ED6-4F14-9314-BD98998985DA}"/>
              </a:ext>
            </a:extLst>
          </p:cNvPr>
          <p:cNvSpPr>
            <a:spLocks noGrp="1"/>
          </p:cNvSpPr>
          <p:nvPr/>
        </p:nvSpPr>
        <p:spPr>
          <a:xfrm>
            <a:off x="6762750" y="27813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1. Actualizar nombres/roles finales del equipo.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B97FA13-1034-4943-B6B2-5FC52E5C47CA}"/>
              </a:ext>
            </a:extLst>
          </p:cNvPr>
          <p:cNvSpPr>
            <a:spLocks noGrp="1"/>
          </p:cNvSpPr>
          <p:nvPr/>
        </p:nvSpPr>
        <p:spPr>
          <a:xfrm>
            <a:off x="6762750" y="32385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2. Levantar backend y capturar panel autenticado.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1797C14-21E1-4494-B3E3-AFF32782C09A}"/>
              </a:ext>
            </a:extLst>
          </p:cNvPr>
          <p:cNvSpPr>
            <a:spLocks noGrp="1"/>
          </p:cNvSpPr>
          <p:nvPr/>
        </p:nvSpPr>
        <p:spPr>
          <a:xfrm>
            <a:off x="6762750" y="36957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3. Completar pruebas unitarias/e2e y datos de demo.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2795EE3-2BC9-413F-8065-1BE22001DB96}"/>
              </a:ext>
            </a:extLst>
          </p:cNvPr>
          <p:cNvSpPr>
            <a:spLocks noGrp="1"/>
          </p:cNvSpPr>
          <p:nvPr/>
        </p:nvSpPr>
        <p:spPr>
          <a:xfrm>
            <a:off x="6762750" y="41529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4. Pulir despliegue con variables seguras en Render.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96DB106-684E-4BF0-ABBA-3A7A64BE6890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Borrador editable para revision del equipo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858E55F-D938-4335-8ED6-7EEF5685517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57526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DocSecurity>0</DocSecurity>
  <PresentationFormat>Panorámica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Juan D. Buenaño</cp:lastModifiedBy>
  <cp:revision>1</cp:revision>
  <dcterms:created xsi:type="dcterms:W3CDTF">2026-05-28T03:03:40Z</dcterms:created>
  <dcterms:modified xsi:type="dcterms:W3CDTF">2026-05-28T03:19:09Z</dcterms:modified>
</cp:coreProperties>
</file>